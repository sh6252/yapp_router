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12192000"/>
  <p:notesSz cx="6858000" cy="9144000"/>
  <p:embeddedFontLst>
    <p:embeddedFont>
      <p:font typeface="Roboto Mono"/>
      <p:regular r:id="rId62"/>
      <p:bold r:id="rId63"/>
      <p:italic r:id="rId64"/>
      <p:boldItalic r:id="rId65"/>
    </p:embeddedFont>
    <p:embeddedFont>
      <p:font typeface="Century Gothic"/>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0" roundtripDataSignature="AMtx7mjKgwgW8IGmRb7osGZd0ebT8gHZ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customschemas.google.com/relationships/presentationmetadata" Target="meta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ono-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Mono-italic.fntdata"/><Relationship Id="rId63" Type="http://schemas.openxmlformats.org/officeDocument/2006/relationships/font" Target="fonts/RobotoMono-bold.fntdata"/><Relationship Id="rId22" Type="http://schemas.openxmlformats.org/officeDocument/2006/relationships/slide" Target="slides/slide17.xml"/><Relationship Id="rId66" Type="http://schemas.openxmlformats.org/officeDocument/2006/relationships/font" Target="fonts/CenturyGothic-regular.fntdata"/><Relationship Id="rId21" Type="http://schemas.openxmlformats.org/officeDocument/2006/relationships/slide" Target="slides/slide16.xml"/><Relationship Id="rId65" Type="http://schemas.openxmlformats.org/officeDocument/2006/relationships/font" Target="fonts/RobotoMono-boldItalic.fntdata"/><Relationship Id="rId24" Type="http://schemas.openxmlformats.org/officeDocument/2006/relationships/slide" Target="slides/slide19.xml"/><Relationship Id="rId68" Type="http://schemas.openxmlformats.org/officeDocument/2006/relationships/font" Target="fonts/CenturyGothic-italic.fntdata"/><Relationship Id="rId23" Type="http://schemas.openxmlformats.org/officeDocument/2006/relationships/slide" Target="slides/slide18.xml"/><Relationship Id="rId67" Type="http://schemas.openxmlformats.org/officeDocument/2006/relationships/font" Target="fonts/CenturyGothic-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CenturyGothic-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3886200"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1588"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3886200" y="8685213"/>
            <a:ext cx="2971800" cy="458787"/>
          </a:xfrm>
          <a:prstGeom prst="rect">
            <a:avLst/>
          </a:prstGeom>
          <a:noFill/>
          <a:ln>
            <a:noFill/>
          </a:ln>
        </p:spPr>
        <p:txBody>
          <a:bodyPr anchorCtr="0" anchor="b"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29d50d23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29d50d23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3a29d50d23c_0_0: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a26c71495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a26c71495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3a26c71495b_0_0: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29d50d23c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a29d50d23c_1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a29d50d23c_1_10: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26c71495b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26c71495b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a26c71495b_0_6: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29d50d23c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a29d50d23c_1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g3a29d50d23c_1_19: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a29d50d23c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a29d50d23c_1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a29d50d23c_1_27: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8" name="Google Shape;45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a26c71495b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a26c71495b_5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g3a26c71495b_5_0: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a26c71495b_5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a26c71495b_5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g3a26c71495b_5_15: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4" name="Google Shape;53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8" name="Google Shape;55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3" name="Google Shape;58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8" name="Google Shape;60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9" name="Google Shape;63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8" name="Google Shape;64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a26c71495b_5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a26c71495b_5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g3a26c71495b_5_30: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a26c71495b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a26c71495b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g3a26c71495b_0_18: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a26c71495b_5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a26c71495b_5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2" name="Google Shape;712;g3a26c71495b_5_42: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a26c71495b_5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3a26c71495b_5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9" name="Google Shape;719;g3a26c71495b_5_49: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a26c71495b_5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a26c71495b_5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g3a26c71495b_5_56: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a26c71495b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a26c71495b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g3a26c71495b_0_12: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a26c71495b_5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a26c71495b_5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 name="Google Shape;742;g3a26c71495b_5_72:notes"/>
          <p:cNvSpPr txBox="1"/>
          <p:nvPr>
            <p:ph idx="12" type="sldNum"/>
          </p:nvPr>
        </p:nvSpPr>
        <p:spPr>
          <a:xfrm>
            <a:off x="1588"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כותרת" type="title">
  <p:cSld name="TITLE">
    <p:spTree>
      <p:nvGrpSpPr>
        <p:cNvPr id="26" name="Shape 26"/>
        <p:cNvGrpSpPr/>
        <p:nvPr/>
      </p:nvGrpSpPr>
      <p:grpSpPr>
        <a:xfrm>
          <a:off x="0" y="0"/>
          <a:ext cx="0" cy="0"/>
          <a:chOff x="0" y="0"/>
          <a:chExt cx="0" cy="0"/>
        </a:xfrm>
      </p:grpSpPr>
      <p:grpSp>
        <p:nvGrpSpPr>
          <p:cNvPr id="27" name="Google Shape;27;p60"/>
          <p:cNvGrpSpPr/>
          <p:nvPr/>
        </p:nvGrpSpPr>
        <p:grpSpPr>
          <a:xfrm>
            <a:off x="0" y="0"/>
            <a:ext cx="12192000" cy="6858000"/>
            <a:chOff x="0" y="0"/>
            <a:chExt cx="12192000" cy="6858000"/>
          </a:xfrm>
        </p:grpSpPr>
        <p:sp>
          <p:nvSpPr>
            <p:cNvPr id="28" name="Google Shape;28;p6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6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0" name="Google Shape;30;p60"/>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rtl="1" algn="l">
              <a:lnSpc>
                <a:spcPct val="100000"/>
              </a:lnSpc>
              <a:spcBef>
                <a:spcPts val="0"/>
              </a:spcBef>
              <a:spcAft>
                <a:spcPts val="0"/>
              </a:spcAft>
              <a:buClr>
                <a:schemeClr val="lt2"/>
              </a:buClr>
              <a:buSzPts val="5400"/>
              <a:buFont typeface="Century Gothic"/>
              <a:buNone/>
              <a:defRPr sz="5400"/>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31" name="Google Shape;31;p60"/>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rtl="1" algn="l">
              <a:lnSpc>
                <a:spcPct val="100000"/>
              </a:lnSpc>
              <a:spcBef>
                <a:spcPts val="1000"/>
              </a:spcBef>
              <a:spcAft>
                <a:spcPts val="0"/>
              </a:spcAft>
              <a:buSzPts val="1440"/>
              <a:buNone/>
              <a:defRPr cap="none">
                <a:solidFill>
                  <a:srgbClr val="EE52A4"/>
                </a:solidFill>
              </a:defRPr>
            </a:lvl1pPr>
            <a:lvl2pPr lvl="1" rtl="1" algn="ctr">
              <a:lnSpc>
                <a:spcPct val="100000"/>
              </a:lnSpc>
              <a:spcBef>
                <a:spcPts val="1000"/>
              </a:spcBef>
              <a:spcAft>
                <a:spcPts val="0"/>
              </a:spcAft>
              <a:buSzPts val="1280"/>
              <a:buNone/>
              <a:defRPr>
                <a:solidFill>
                  <a:srgbClr val="888888"/>
                </a:solidFill>
              </a:defRPr>
            </a:lvl2pPr>
            <a:lvl3pPr lvl="2" rtl="1" algn="ctr">
              <a:lnSpc>
                <a:spcPct val="100000"/>
              </a:lnSpc>
              <a:spcBef>
                <a:spcPts val="1000"/>
              </a:spcBef>
              <a:spcAft>
                <a:spcPts val="0"/>
              </a:spcAft>
              <a:buSzPts val="1120"/>
              <a:buNone/>
              <a:defRPr>
                <a:solidFill>
                  <a:srgbClr val="888888"/>
                </a:solidFill>
              </a:defRPr>
            </a:lvl3pPr>
            <a:lvl4pPr lvl="3" rtl="1" algn="ctr">
              <a:lnSpc>
                <a:spcPct val="100000"/>
              </a:lnSpc>
              <a:spcBef>
                <a:spcPts val="1000"/>
              </a:spcBef>
              <a:spcAft>
                <a:spcPts val="0"/>
              </a:spcAft>
              <a:buSzPts val="960"/>
              <a:buNone/>
              <a:defRPr>
                <a:solidFill>
                  <a:srgbClr val="888888"/>
                </a:solidFill>
              </a:defRPr>
            </a:lvl4pPr>
            <a:lvl5pPr lvl="4" rtl="1" algn="ctr">
              <a:lnSpc>
                <a:spcPct val="100000"/>
              </a:lnSpc>
              <a:spcBef>
                <a:spcPts val="1000"/>
              </a:spcBef>
              <a:spcAft>
                <a:spcPts val="0"/>
              </a:spcAft>
              <a:buSzPts val="960"/>
              <a:buNone/>
              <a:defRPr>
                <a:solidFill>
                  <a:srgbClr val="888888"/>
                </a:solidFill>
              </a:defRPr>
            </a:lvl5pPr>
            <a:lvl6pPr lvl="5" rtl="1" algn="ctr">
              <a:lnSpc>
                <a:spcPct val="100000"/>
              </a:lnSpc>
              <a:spcBef>
                <a:spcPts val="1000"/>
              </a:spcBef>
              <a:spcAft>
                <a:spcPts val="0"/>
              </a:spcAft>
              <a:buSzPts val="960"/>
              <a:buNone/>
              <a:defRPr>
                <a:solidFill>
                  <a:srgbClr val="888888"/>
                </a:solidFill>
              </a:defRPr>
            </a:lvl6pPr>
            <a:lvl7pPr lvl="6" rtl="1" algn="ctr">
              <a:lnSpc>
                <a:spcPct val="100000"/>
              </a:lnSpc>
              <a:spcBef>
                <a:spcPts val="1000"/>
              </a:spcBef>
              <a:spcAft>
                <a:spcPts val="0"/>
              </a:spcAft>
              <a:buSzPts val="960"/>
              <a:buNone/>
              <a:defRPr>
                <a:solidFill>
                  <a:srgbClr val="888888"/>
                </a:solidFill>
              </a:defRPr>
            </a:lvl7pPr>
            <a:lvl8pPr lvl="7" rtl="1" algn="ctr">
              <a:lnSpc>
                <a:spcPct val="100000"/>
              </a:lnSpc>
              <a:spcBef>
                <a:spcPts val="1000"/>
              </a:spcBef>
              <a:spcAft>
                <a:spcPts val="0"/>
              </a:spcAft>
              <a:buSzPts val="960"/>
              <a:buNone/>
              <a:defRPr>
                <a:solidFill>
                  <a:srgbClr val="888888"/>
                </a:solidFill>
              </a:defRPr>
            </a:lvl8pPr>
            <a:lvl9pPr lvl="8" rtl="1" algn="ctr">
              <a:lnSpc>
                <a:spcPct val="100000"/>
              </a:lnSpc>
              <a:spcBef>
                <a:spcPts val="1000"/>
              </a:spcBef>
              <a:spcAft>
                <a:spcPts val="0"/>
              </a:spcAft>
              <a:buSzPts val="960"/>
              <a:buNone/>
              <a:defRPr>
                <a:solidFill>
                  <a:srgbClr val="888888"/>
                </a:solidFill>
              </a:defRPr>
            </a:lvl9pPr>
          </a:lstStyle>
          <a:p/>
        </p:txBody>
      </p:sp>
      <p:sp>
        <p:nvSpPr>
          <p:cNvPr id="32" name="Google Shape;32;p60"/>
          <p:cNvSpPr txBox="1"/>
          <p:nvPr>
            <p:ph idx="10" type="dt"/>
          </p:nvPr>
        </p:nvSpPr>
        <p:spPr>
          <a:xfrm rot="5400000">
            <a:off x="10158984" y="1792224"/>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0"/>
          <p:cNvSpPr txBox="1"/>
          <p:nvPr>
            <p:ph idx="11" type="ftr"/>
          </p:nvPr>
        </p:nvSpPr>
        <p:spPr>
          <a:xfrm rot="5400000">
            <a:off x="8951976" y="3227832"/>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6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תוכן" type="obj">
  <p:cSld name="OBJECT">
    <p:spTree>
      <p:nvGrpSpPr>
        <p:cNvPr id="36" name="Shape 36"/>
        <p:cNvGrpSpPr/>
        <p:nvPr/>
      </p:nvGrpSpPr>
      <p:grpSpPr>
        <a:xfrm>
          <a:off x="0" y="0"/>
          <a:ext cx="0" cy="0"/>
          <a:chOff x="0" y="0"/>
          <a:chExt cx="0" cy="0"/>
        </a:xfrm>
      </p:grpSpPr>
      <p:sp>
        <p:nvSpPr>
          <p:cNvPr id="37" name="Google Shape;37;p6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18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lvl1pPr indent="-320040" lvl="0" marL="457200" rtl="1" algn="r">
              <a:lnSpc>
                <a:spcPct val="100000"/>
              </a:lnSpc>
              <a:spcBef>
                <a:spcPts val="1000"/>
              </a:spcBef>
              <a:spcAft>
                <a:spcPts val="0"/>
              </a:spcAft>
              <a:buSzPts val="1440"/>
              <a:buChar char="►"/>
              <a:defRPr/>
            </a:lvl1pPr>
            <a:lvl2pPr indent="-320040" lvl="1" marL="914400" rtl="1" algn="r">
              <a:lnSpc>
                <a:spcPct val="100000"/>
              </a:lnSpc>
              <a:spcBef>
                <a:spcPts val="1000"/>
              </a:spcBef>
              <a:spcAft>
                <a:spcPts val="0"/>
              </a:spcAft>
              <a:buSzPts val="1440"/>
              <a:buChar char="►"/>
              <a:defRPr/>
            </a:lvl2pPr>
            <a:lvl3pPr indent="-320039" lvl="2" marL="1371600" rtl="1" algn="r">
              <a:lnSpc>
                <a:spcPct val="100000"/>
              </a:lnSpc>
              <a:spcBef>
                <a:spcPts val="1000"/>
              </a:spcBef>
              <a:spcAft>
                <a:spcPts val="0"/>
              </a:spcAft>
              <a:buSzPts val="1440"/>
              <a:buChar char="►"/>
              <a:defRPr/>
            </a:lvl3pPr>
            <a:lvl4pPr indent="-320039" lvl="3" marL="1828800" rtl="1" algn="r">
              <a:lnSpc>
                <a:spcPct val="100000"/>
              </a:lnSpc>
              <a:spcBef>
                <a:spcPts val="1000"/>
              </a:spcBef>
              <a:spcAft>
                <a:spcPts val="0"/>
              </a:spcAft>
              <a:buSzPts val="1440"/>
              <a:buChar char="►"/>
              <a:defRPr/>
            </a:lvl4pPr>
            <a:lvl5pPr indent="-320039" lvl="4" marL="2286000" rtl="1" algn="r">
              <a:lnSpc>
                <a:spcPct val="100000"/>
              </a:lnSpc>
              <a:spcBef>
                <a:spcPts val="1000"/>
              </a:spcBef>
              <a:spcAft>
                <a:spcPts val="0"/>
              </a:spcAft>
              <a:buSzPts val="1440"/>
              <a:buChar char="►"/>
              <a:defRPr/>
            </a:lvl5pPr>
            <a:lvl6pPr indent="-320039" lvl="5" marL="2743200" rtl="1" algn="r">
              <a:lnSpc>
                <a:spcPct val="100000"/>
              </a:lnSpc>
              <a:spcBef>
                <a:spcPts val="1000"/>
              </a:spcBef>
              <a:spcAft>
                <a:spcPts val="0"/>
              </a:spcAft>
              <a:buSzPts val="1440"/>
              <a:buChar char="►"/>
              <a:defRPr/>
            </a:lvl6pPr>
            <a:lvl7pPr indent="-320039" lvl="6" marL="3200400" rtl="1" algn="r">
              <a:lnSpc>
                <a:spcPct val="100000"/>
              </a:lnSpc>
              <a:spcBef>
                <a:spcPts val="1000"/>
              </a:spcBef>
              <a:spcAft>
                <a:spcPts val="0"/>
              </a:spcAft>
              <a:buSzPts val="1440"/>
              <a:buChar char="►"/>
              <a:defRPr/>
            </a:lvl7pPr>
            <a:lvl8pPr indent="-320040" lvl="7" marL="3657600" rtl="1" algn="r">
              <a:lnSpc>
                <a:spcPct val="100000"/>
              </a:lnSpc>
              <a:spcBef>
                <a:spcPts val="1000"/>
              </a:spcBef>
              <a:spcAft>
                <a:spcPts val="0"/>
              </a:spcAft>
              <a:buSzPts val="1440"/>
              <a:buChar char="►"/>
              <a:defRPr/>
            </a:lvl8pPr>
            <a:lvl9pPr indent="-320040" lvl="8" marL="4114800" rtl="1" algn="r">
              <a:lnSpc>
                <a:spcPct val="100000"/>
              </a:lnSpc>
              <a:spcBef>
                <a:spcPts val="1000"/>
              </a:spcBef>
              <a:spcAft>
                <a:spcPts val="0"/>
              </a:spcAft>
              <a:buSzPts val="1440"/>
              <a:buChar char="►"/>
              <a:defRPr/>
            </a:lvl9pPr>
          </a:lstStyle>
          <a:p/>
        </p:txBody>
      </p:sp>
      <p:sp>
        <p:nvSpPr>
          <p:cNvPr id="39" name="Google Shape;39;p6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ריק" type="blank">
  <p:cSld name="BLANK">
    <p:spTree>
      <p:nvGrpSpPr>
        <p:cNvPr id="42" name="Shape 42"/>
        <p:cNvGrpSpPr/>
        <p:nvPr/>
      </p:nvGrpSpPr>
      <p:grpSpPr>
        <a:xfrm>
          <a:off x="0" y="0"/>
          <a:ext cx="0" cy="0"/>
          <a:chOff x="0" y="0"/>
          <a:chExt cx="0" cy="0"/>
        </a:xfrm>
      </p:grpSpPr>
      <p:sp>
        <p:nvSpPr>
          <p:cNvPr id="43" name="Google Shape;43;p6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6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בלבד" type="titleOnly">
  <p:cSld name="TITLE_ONLY">
    <p:spTree>
      <p:nvGrpSpPr>
        <p:cNvPr id="47" name="Shape 47"/>
        <p:cNvGrpSpPr/>
        <p:nvPr/>
      </p:nvGrpSpPr>
      <p:grpSpPr>
        <a:xfrm>
          <a:off x="0" y="0"/>
          <a:ext cx="0" cy="0"/>
          <a:chOff x="0" y="0"/>
          <a:chExt cx="0" cy="0"/>
        </a:xfrm>
      </p:grpSpPr>
      <p:sp>
        <p:nvSpPr>
          <p:cNvPr id="48" name="Google Shape;48;p6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3600"/>
              <a:buFont typeface="Century Gothic"/>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49" name="Google Shape;49;p6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מקטע עליונה" type="secHead">
  <p:cSld name="SECTION_HEADER">
    <p:spTree>
      <p:nvGrpSpPr>
        <p:cNvPr id="52" name="Shape 52"/>
        <p:cNvGrpSpPr/>
        <p:nvPr/>
      </p:nvGrpSpPr>
      <p:grpSpPr>
        <a:xfrm>
          <a:off x="0" y="0"/>
          <a:ext cx="0" cy="0"/>
          <a:chOff x="0" y="0"/>
          <a:chExt cx="0" cy="0"/>
        </a:xfrm>
      </p:grpSpPr>
      <p:grpSp>
        <p:nvGrpSpPr>
          <p:cNvPr id="53" name="Google Shape;53;p66"/>
          <p:cNvGrpSpPr/>
          <p:nvPr/>
        </p:nvGrpSpPr>
        <p:grpSpPr>
          <a:xfrm>
            <a:off x="0" y="0"/>
            <a:ext cx="12192000" cy="6858000"/>
            <a:chOff x="0" y="0"/>
            <a:chExt cx="12192000" cy="6858000"/>
          </a:xfrm>
        </p:grpSpPr>
        <p:sp>
          <p:nvSpPr>
            <p:cNvPr id="54" name="Google Shape;54;p66"/>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66"/>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66"/>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66"/>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66"/>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66"/>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6"/>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66"/>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62" name="Google Shape;62;p66"/>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6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64" name="Google Shape;64;p66"/>
          <p:cNvSpPr txBox="1"/>
          <p:nvPr>
            <p:ph type="title"/>
          </p:nvPr>
        </p:nvSpPr>
        <p:spPr>
          <a:xfrm>
            <a:off x="1154954" y="2677645"/>
            <a:ext cx="4351025" cy="2283824"/>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4000"/>
              <a:buFont typeface="Century Gothic"/>
              <a:buNone/>
              <a:defRPr b="0" sz="4000" cap="none"/>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65" name="Google Shape;65;p66"/>
          <p:cNvSpPr txBox="1"/>
          <p:nvPr>
            <p:ph idx="1" type="body"/>
          </p:nvPr>
        </p:nvSpPr>
        <p:spPr>
          <a:xfrm>
            <a:off x="6895559" y="2677644"/>
            <a:ext cx="3757545" cy="2283824"/>
          </a:xfrm>
          <a:prstGeom prst="rect">
            <a:avLst/>
          </a:prstGeom>
          <a:noFill/>
          <a:ln>
            <a:noFill/>
          </a:ln>
        </p:spPr>
        <p:txBody>
          <a:bodyPr anchorCtr="0" anchor="ctr" bIns="45700" lIns="91425" spcFirstLastPara="1" rIns="91425" wrap="square" tIns="45700">
            <a:normAutofit/>
          </a:bodyPr>
          <a:lstStyle>
            <a:lvl1pPr indent="-228600" lvl="0" marL="457200" rtl="1" algn="l">
              <a:lnSpc>
                <a:spcPct val="100000"/>
              </a:lnSpc>
              <a:spcBef>
                <a:spcPts val="1000"/>
              </a:spcBef>
              <a:spcAft>
                <a:spcPts val="0"/>
              </a:spcAft>
              <a:buSzPts val="1600"/>
              <a:buNone/>
              <a:defRPr sz="2000" cap="none">
                <a:solidFill>
                  <a:srgbClr val="EE52A4"/>
                </a:solidFill>
              </a:defRPr>
            </a:lvl1pPr>
            <a:lvl2pPr indent="-228600" lvl="1" marL="914400" rtl="1" algn="r">
              <a:lnSpc>
                <a:spcPct val="100000"/>
              </a:lnSpc>
              <a:spcBef>
                <a:spcPts val="1000"/>
              </a:spcBef>
              <a:spcAft>
                <a:spcPts val="0"/>
              </a:spcAft>
              <a:buSzPts val="1440"/>
              <a:buNone/>
              <a:defRPr sz="1800">
                <a:solidFill>
                  <a:srgbClr val="888888"/>
                </a:solidFill>
              </a:defRPr>
            </a:lvl2pPr>
            <a:lvl3pPr indent="-228600" lvl="2" marL="1371600" rtl="1" algn="r">
              <a:lnSpc>
                <a:spcPct val="100000"/>
              </a:lnSpc>
              <a:spcBef>
                <a:spcPts val="1000"/>
              </a:spcBef>
              <a:spcAft>
                <a:spcPts val="0"/>
              </a:spcAft>
              <a:buSzPts val="1280"/>
              <a:buNone/>
              <a:defRPr sz="1600">
                <a:solidFill>
                  <a:srgbClr val="888888"/>
                </a:solidFill>
              </a:defRPr>
            </a:lvl3pPr>
            <a:lvl4pPr indent="-228600" lvl="3" marL="1828800" rtl="1" algn="r">
              <a:lnSpc>
                <a:spcPct val="100000"/>
              </a:lnSpc>
              <a:spcBef>
                <a:spcPts val="1000"/>
              </a:spcBef>
              <a:spcAft>
                <a:spcPts val="0"/>
              </a:spcAft>
              <a:buSzPts val="1120"/>
              <a:buNone/>
              <a:defRPr sz="1400">
                <a:solidFill>
                  <a:srgbClr val="888888"/>
                </a:solidFill>
              </a:defRPr>
            </a:lvl4pPr>
            <a:lvl5pPr indent="-228600" lvl="4" marL="2286000" rtl="1" algn="r">
              <a:lnSpc>
                <a:spcPct val="100000"/>
              </a:lnSpc>
              <a:spcBef>
                <a:spcPts val="1000"/>
              </a:spcBef>
              <a:spcAft>
                <a:spcPts val="0"/>
              </a:spcAft>
              <a:buSzPts val="1120"/>
              <a:buNone/>
              <a:defRPr sz="1400">
                <a:solidFill>
                  <a:srgbClr val="888888"/>
                </a:solidFill>
              </a:defRPr>
            </a:lvl5pPr>
            <a:lvl6pPr indent="-228600" lvl="5" marL="2743200" rtl="1" algn="r">
              <a:lnSpc>
                <a:spcPct val="100000"/>
              </a:lnSpc>
              <a:spcBef>
                <a:spcPts val="1000"/>
              </a:spcBef>
              <a:spcAft>
                <a:spcPts val="0"/>
              </a:spcAft>
              <a:buSzPts val="1120"/>
              <a:buNone/>
              <a:defRPr sz="1400">
                <a:solidFill>
                  <a:srgbClr val="888888"/>
                </a:solidFill>
              </a:defRPr>
            </a:lvl6pPr>
            <a:lvl7pPr indent="-228600" lvl="6" marL="3200400" rtl="1" algn="r">
              <a:lnSpc>
                <a:spcPct val="100000"/>
              </a:lnSpc>
              <a:spcBef>
                <a:spcPts val="1000"/>
              </a:spcBef>
              <a:spcAft>
                <a:spcPts val="0"/>
              </a:spcAft>
              <a:buSzPts val="1120"/>
              <a:buNone/>
              <a:defRPr sz="1400">
                <a:solidFill>
                  <a:srgbClr val="888888"/>
                </a:solidFill>
              </a:defRPr>
            </a:lvl7pPr>
            <a:lvl8pPr indent="-228600" lvl="7" marL="3657600" rtl="1" algn="r">
              <a:lnSpc>
                <a:spcPct val="100000"/>
              </a:lnSpc>
              <a:spcBef>
                <a:spcPts val="1000"/>
              </a:spcBef>
              <a:spcAft>
                <a:spcPts val="0"/>
              </a:spcAft>
              <a:buSzPts val="1120"/>
              <a:buNone/>
              <a:defRPr sz="1400">
                <a:solidFill>
                  <a:srgbClr val="888888"/>
                </a:solidFill>
              </a:defRPr>
            </a:lvl8pPr>
            <a:lvl9pPr indent="-228600" lvl="8" marL="4114800" rtl="1" algn="r">
              <a:lnSpc>
                <a:spcPct val="100000"/>
              </a:lnSpc>
              <a:spcBef>
                <a:spcPts val="1000"/>
              </a:spcBef>
              <a:spcAft>
                <a:spcPts val="0"/>
              </a:spcAft>
              <a:buSzPts val="1120"/>
              <a:buNone/>
              <a:defRPr sz="1400">
                <a:solidFill>
                  <a:srgbClr val="888888"/>
                </a:solidFill>
              </a:defRPr>
            </a:lvl9pPr>
          </a:lstStyle>
          <a:p/>
        </p:txBody>
      </p:sp>
      <p:sp>
        <p:nvSpPr>
          <p:cNvPr id="66" name="Google Shape;66;p6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6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6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ני תכנים" type="twoObj">
  <p:cSld name="TWO_OBJECTS">
    <p:spTree>
      <p:nvGrpSpPr>
        <p:cNvPr id="70" name="Shape 70"/>
        <p:cNvGrpSpPr/>
        <p:nvPr/>
      </p:nvGrpSpPr>
      <p:grpSpPr>
        <a:xfrm>
          <a:off x="0" y="0"/>
          <a:ext cx="0" cy="0"/>
          <a:chOff x="0" y="0"/>
          <a:chExt cx="0" cy="0"/>
        </a:xfrm>
      </p:grpSpPr>
      <p:sp>
        <p:nvSpPr>
          <p:cNvPr id="71" name="Google Shape;71;p67"/>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18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72" name="Google Shape;72;p67"/>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rtl="1" algn="r">
              <a:lnSpc>
                <a:spcPct val="100000"/>
              </a:lnSpc>
              <a:spcBef>
                <a:spcPts val="1000"/>
              </a:spcBef>
              <a:spcAft>
                <a:spcPts val="0"/>
              </a:spcAft>
              <a:buSzPts val="1440"/>
              <a:buChar char="►"/>
              <a:defRPr/>
            </a:lvl1pPr>
            <a:lvl2pPr indent="-320040" lvl="1" marL="914400" rtl="1" algn="r">
              <a:lnSpc>
                <a:spcPct val="100000"/>
              </a:lnSpc>
              <a:spcBef>
                <a:spcPts val="1000"/>
              </a:spcBef>
              <a:spcAft>
                <a:spcPts val="0"/>
              </a:spcAft>
              <a:buSzPts val="1440"/>
              <a:buChar char="►"/>
              <a:defRPr/>
            </a:lvl2pPr>
            <a:lvl3pPr indent="-320039" lvl="2" marL="1371600" rtl="1" algn="r">
              <a:lnSpc>
                <a:spcPct val="100000"/>
              </a:lnSpc>
              <a:spcBef>
                <a:spcPts val="1000"/>
              </a:spcBef>
              <a:spcAft>
                <a:spcPts val="0"/>
              </a:spcAft>
              <a:buSzPts val="1440"/>
              <a:buChar char="►"/>
              <a:defRPr/>
            </a:lvl3pPr>
            <a:lvl4pPr indent="-320039" lvl="3" marL="1828800" rtl="1" algn="r">
              <a:lnSpc>
                <a:spcPct val="100000"/>
              </a:lnSpc>
              <a:spcBef>
                <a:spcPts val="1000"/>
              </a:spcBef>
              <a:spcAft>
                <a:spcPts val="0"/>
              </a:spcAft>
              <a:buSzPts val="1440"/>
              <a:buChar char="►"/>
              <a:defRPr/>
            </a:lvl4pPr>
            <a:lvl5pPr indent="-320039" lvl="4" marL="2286000" rtl="1" algn="r">
              <a:lnSpc>
                <a:spcPct val="100000"/>
              </a:lnSpc>
              <a:spcBef>
                <a:spcPts val="1000"/>
              </a:spcBef>
              <a:spcAft>
                <a:spcPts val="0"/>
              </a:spcAft>
              <a:buSzPts val="1440"/>
              <a:buChar char="►"/>
              <a:defRPr/>
            </a:lvl5pPr>
            <a:lvl6pPr indent="-320039" lvl="5" marL="2743200" rtl="1" algn="r">
              <a:lnSpc>
                <a:spcPct val="100000"/>
              </a:lnSpc>
              <a:spcBef>
                <a:spcPts val="1000"/>
              </a:spcBef>
              <a:spcAft>
                <a:spcPts val="0"/>
              </a:spcAft>
              <a:buSzPts val="1440"/>
              <a:buChar char="►"/>
              <a:defRPr/>
            </a:lvl6pPr>
            <a:lvl7pPr indent="-320039" lvl="6" marL="3200400" rtl="1" algn="r">
              <a:lnSpc>
                <a:spcPct val="100000"/>
              </a:lnSpc>
              <a:spcBef>
                <a:spcPts val="1000"/>
              </a:spcBef>
              <a:spcAft>
                <a:spcPts val="0"/>
              </a:spcAft>
              <a:buSzPts val="1440"/>
              <a:buChar char="►"/>
              <a:defRPr/>
            </a:lvl7pPr>
            <a:lvl8pPr indent="-320040" lvl="7" marL="3657600" rtl="1" algn="r">
              <a:lnSpc>
                <a:spcPct val="100000"/>
              </a:lnSpc>
              <a:spcBef>
                <a:spcPts val="1000"/>
              </a:spcBef>
              <a:spcAft>
                <a:spcPts val="0"/>
              </a:spcAft>
              <a:buSzPts val="1440"/>
              <a:buChar char="►"/>
              <a:defRPr/>
            </a:lvl8pPr>
            <a:lvl9pPr indent="-320040" lvl="8" marL="4114800" rtl="1" algn="r">
              <a:lnSpc>
                <a:spcPct val="100000"/>
              </a:lnSpc>
              <a:spcBef>
                <a:spcPts val="1000"/>
              </a:spcBef>
              <a:spcAft>
                <a:spcPts val="0"/>
              </a:spcAft>
              <a:buSzPts val="1440"/>
              <a:buChar char="►"/>
              <a:defRPr/>
            </a:lvl9pPr>
          </a:lstStyle>
          <a:p/>
        </p:txBody>
      </p:sp>
      <p:sp>
        <p:nvSpPr>
          <p:cNvPr id="73" name="Google Shape;73;p67"/>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rtl="1" algn="r">
              <a:lnSpc>
                <a:spcPct val="100000"/>
              </a:lnSpc>
              <a:spcBef>
                <a:spcPts val="1000"/>
              </a:spcBef>
              <a:spcAft>
                <a:spcPts val="0"/>
              </a:spcAft>
              <a:buSzPts val="1440"/>
              <a:buChar char="►"/>
              <a:defRPr/>
            </a:lvl1pPr>
            <a:lvl2pPr indent="-320040" lvl="1" marL="914400" rtl="1" algn="r">
              <a:lnSpc>
                <a:spcPct val="100000"/>
              </a:lnSpc>
              <a:spcBef>
                <a:spcPts val="1000"/>
              </a:spcBef>
              <a:spcAft>
                <a:spcPts val="0"/>
              </a:spcAft>
              <a:buSzPts val="1440"/>
              <a:buChar char="►"/>
              <a:defRPr/>
            </a:lvl2pPr>
            <a:lvl3pPr indent="-320039" lvl="2" marL="1371600" rtl="1" algn="r">
              <a:lnSpc>
                <a:spcPct val="100000"/>
              </a:lnSpc>
              <a:spcBef>
                <a:spcPts val="1000"/>
              </a:spcBef>
              <a:spcAft>
                <a:spcPts val="0"/>
              </a:spcAft>
              <a:buSzPts val="1440"/>
              <a:buChar char="►"/>
              <a:defRPr/>
            </a:lvl3pPr>
            <a:lvl4pPr indent="-320039" lvl="3" marL="1828800" rtl="1" algn="r">
              <a:lnSpc>
                <a:spcPct val="100000"/>
              </a:lnSpc>
              <a:spcBef>
                <a:spcPts val="1000"/>
              </a:spcBef>
              <a:spcAft>
                <a:spcPts val="0"/>
              </a:spcAft>
              <a:buSzPts val="1440"/>
              <a:buChar char="►"/>
              <a:defRPr/>
            </a:lvl4pPr>
            <a:lvl5pPr indent="-320039" lvl="4" marL="2286000" rtl="1" algn="r">
              <a:lnSpc>
                <a:spcPct val="100000"/>
              </a:lnSpc>
              <a:spcBef>
                <a:spcPts val="1000"/>
              </a:spcBef>
              <a:spcAft>
                <a:spcPts val="0"/>
              </a:spcAft>
              <a:buSzPts val="1440"/>
              <a:buChar char="►"/>
              <a:defRPr/>
            </a:lvl5pPr>
            <a:lvl6pPr indent="-320039" lvl="5" marL="2743200" rtl="1" algn="r">
              <a:lnSpc>
                <a:spcPct val="100000"/>
              </a:lnSpc>
              <a:spcBef>
                <a:spcPts val="1000"/>
              </a:spcBef>
              <a:spcAft>
                <a:spcPts val="0"/>
              </a:spcAft>
              <a:buSzPts val="1440"/>
              <a:buChar char="►"/>
              <a:defRPr/>
            </a:lvl6pPr>
            <a:lvl7pPr indent="-320039" lvl="6" marL="3200400" rtl="1" algn="r">
              <a:lnSpc>
                <a:spcPct val="100000"/>
              </a:lnSpc>
              <a:spcBef>
                <a:spcPts val="1000"/>
              </a:spcBef>
              <a:spcAft>
                <a:spcPts val="0"/>
              </a:spcAft>
              <a:buSzPts val="1440"/>
              <a:buChar char="►"/>
              <a:defRPr/>
            </a:lvl7pPr>
            <a:lvl8pPr indent="-320040" lvl="7" marL="3657600" rtl="1" algn="r">
              <a:lnSpc>
                <a:spcPct val="100000"/>
              </a:lnSpc>
              <a:spcBef>
                <a:spcPts val="1000"/>
              </a:spcBef>
              <a:spcAft>
                <a:spcPts val="0"/>
              </a:spcAft>
              <a:buSzPts val="1440"/>
              <a:buChar char="►"/>
              <a:defRPr/>
            </a:lvl8pPr>
            <a:lvl9pPr indent="-320040" lvl="8" marL="4114800" rtl="1" algn="r">
              <a:lnSpc>
                <a:spcPct val="100000"/>
              </a:lnSpc>
              <a:spcBef>
                <a:spcPts val="1000"/>
              </a:spcBef>
              <a:spcAft>
                <a:spcPts val="0"/>
              </a:spcAft>
              <a:buSzPts val="1440"/>
              <a:buChar char="►"/>
              <a:defRPr/>
            </a:lvl9pPr>
          </a:lstStyle>
          <a:p/>
        </p:txBody>
      </p:sp>
      <p:sp>
        <p:nvSpPr>
          <p:cNvPr id="74" name="Google Shape;74;p67"/>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השוואה" type="twoTxTwoObj">
  <p:cSld name="TWO_OBJECTS_WITH_TEXT">
    <p:spTree>
      <p:nvGrpSpPr>
        <p:cNvPr id="77" name="Shape 77"/>
        <p:cNvGrpSpPr/>
        <p:nvPr/>
      </p:nvGrpSpPr>
      <p:grpSpPr>
        <a:xfrm>
          <a:off x="0" y="0"/>
          <a:ext cx="0" cy="0"/>
          <a:chOff x="0" y="0"/>
          <a:chExt cx="0" cy="0"/>
        </a:xfrm>
      </p:grpSpPr>
      <p:sp>
        <p:nvSpPr>
          <p:cNvPr id="78" name="Google Shape;78;p6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3600"/>
              <a:buFont typeface="Century Gothic"/>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79" name="Google Shape;79;p68"/>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rtl="1" algn="r">
              <a:lnSpc>
                <a:spcPct val="100000"/>
              </a:lnSpc>
              <a:spcBef>
                <a:spcPts val="1000"/>
              </a:spcBef>
              <a:spcAft>
                <a:spcPts val="0"/>
              </a:spcAft>
              <a:buSzPts val="1920"/>
              <a:buNone/>
              <a:defRPr b="0" sz="2400">
                <a:solidFill>
                  <a:schemeClr val="accent1"/>
                </a:solidFill>
              </a:defRPr>
            </a:lvl1pPr>
            <a:lvl2pPr indent="-228600" lvl="1" marL="914400" rtl="1" algn="r">
              <a:lnSpc>
                <a:spcPct val="100000"/>
              </a:lnSpc>
              <a:spcBef>
                <a:spcPts val="1000"/>
              </a:spcBef>
              <a:spcAft>
                <a:spcPts val="0"/>
              </a:spcAft>
              <a:buSzPts val="1600"/>
              <a:buNone/>
              <a:defRPr b="1" sz="2000"/>
            </a:lvl2pPr>
            <a:lvl3pPr indent="-228600" lvl="2" marL="1371600" rtl="1" algn="r">
              <a:lnSpc>
                <a:spcPct val="100000"/>
              </a:lnSpc>
              <a:spcBef>
                <a:spcPts val="1000"/>
              </a:spcBef>
              <a:spcAft>
                <a:spcPts val="0"/>
              </a:spcAft>
              <a:buSzPts val="1440"/>
              <a:buNone/>
              <a:defRPr b="1" sz="1800"/>
            </a:lvl3pPr>
            <a:lvl4pPr indent="-228600" lvl="3" marL="1828800" rtl="1" algn="r">
              <a:lnSpc>
                <a:spcPct val="100000"/>
              </a:lnSpc>
              <a:spcBef>
                <a:spcPts val="1000"/>
              </a:spcBef>
              <a:spcAft>
                <a:spcPts val="0"/>
              </a:spcAft>
              <a:buSzPts val="1280"/>
              <a:buNone/>
              <a:defRPr b="1" sz="1600"/>
            </a:lvl4pPr>
            <a:lvl5pPr indent="-228600" lvl="4" marL="2286000" rtl="1" algn="r">
              <a:lnSpc>
                <a:spcPct val="100000"/>
              </a:lnSpc>
              <a:spcBef>
                <a:spcPts val="1000"/>
              </a:spcBef>
              <a:spcAft>
                <a:spcPts val="0"/>
              </a:spcAft>
              <a:buSzPts val="1280"/>
              <a:buNone/>
              <a:defRPr b="1" sz="1600"/>
            </a:lvl5pPr>
            <a:lvl6pPr indent="-228600" lvl="5" marL="2743200" rtl="1" algn="r">
              <a:lnSpc>
                <a:spcPct val="100000"/>
              </a:lnSpc>
              <a:spcBef>
                <a:spcPts val="1000"/>
              </a:spcBef>
              <a:spcAft>
                <a:spcPts val="0"/>
              </a:spcAft>
              <a:buSzPts val="1280"/>
              <a:buNone/>
              <a:defRPr b="1" sz="1600"/>
            </a:lvl6pPr>
            <a:lvl7pPr indent="-228600" lvl="6" marL="3200400" rtl="1" algn="r">
              <a:lnSpc>
                <a:spcPct val="100000"/>
              </a:lnSpc>
              <a:spcBef>
                <a:spcPts val="1000"/>
              </a:spcBef>
              <a:spcAft>
                <a:spcPts val="0"/>
              </a:spcAft>
              <a:buSzPts val="1280"/>
              <a:buNone/>
              <a:defRPr b="1" sz="1600"/>
            </a:lvl7pPr>
            <a:lvl8pPr indent="-228600" lvl="7" marL="3657600" rtl="1" algn="r">
              <a:lnSpc>
                <a:spcPct val="100000"/>
              </a:lnSpc>
              <a:spcBef>
                <a:spcPts val="1000"/>
              </a:spcBef>
              <a:spcAft>
                <a:spcPts val="0"/>
              </a:spcAft>
              <a:buSzPts val="1280"/>
              <a:buNone/>
              <a:defRPr b="1" sz="1600"/>
            </a:lvl8pPr>
            <a:lvl9pPr indent="-228600" lvl="8" marL="4114800" rtl="1" algn="r">
              <a:lnSpc>
                <a:spcPct val="100000"/>
              </a:lnSpc>
              <a:spcBef>
                <a:spcPts val="1000"/>
              </a:spcBef>
              <a:spcAft>
                <a:spcPts val="0"/>
              </a:spcAft>
              <a:buSzPts val="1280"/>
              <a:buNone/>
              <a:defRPr b="1" sz="1600"/>
            </a:lvl9pPr>
          </a:lstStyle>
          <a:p/>
        </p:txBody>
      </p:sp>
      <p:sp>
        <p:nvSpPr>
          <p:cNvPr id="80" name="Google Shape;80;p68"/>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rtl="1" algn="r">
              <a:lnSpc>
                <a:spcPct val="100000"/>
              </a:lnSpc>
              <a:spcBef>
                <a:spcPts val="1000"/>
              </a:spcBef>
              <a:spcAft>
                <a:spcPts val="0"/>
              </a:spcAft>
              <a:buSzPts val="1440"/>
              <a:buChar char="►"/>
              <a:defRPr/>
            </a:lvl1pPr>
            <a:lvl2pPr indent="-320040" lvl="1" marL="914400" rtl="1" algn="r">
              <a:lnSpc>
                <a:spcPct val="100000"/>
              </a:lnSpc>
              <a:spcBef>
                <a:spcPts val="1000"/>
              </a:spcBef>
              <a:spcAft>
                <a:spcPts val="0"/>
              </a:spcAft>
              <a:buSzPts val="1440"/>
              <a:buChar char="►"/>
              <a:defRPr/>
            </a:lvl2pPr>
            <a:lvl3pPr indent="-320039" lvl="2" marL="1371600" rtl="1" algn="r">
              <a:lnSpc>
                <a:spcPct val="100000"/>
              </a:lnSpc>
              <a:spcBef>
                <a:spcPts val="1000"/>
              </a:spcBef>
              <a:spcAft>
                <a:spcPts val="0"/>
              </a:spcAft>
              <a:buSzPts val="1440"/>
              <a:buChar char="►"/>
              <a:defRPr/>
            </a:lvl3pPr>
            <a:lvl4pPr indent="-320039" lvl="3" marL="1828800" rtl="1" algn="r">
              <a:lnSpc>
                <a:spcPct val="100000"/>
              </a:lnSpc>
              <a:spcBef>
                <a:spcPts val="1000"/>
              </a:spcBef>
              <a:spcAft>
                <a:spcPts val="0"/>
              </a:spcAft>
              <a:buSzPts val="1440"/>
              <a:buChar char="►"/>
              <a:defRPr/>
            </a:lvl4pPr>
            <a:lvl5pPr indent="-320039" lvl="4" marL="2286000" rtl="1" algn="r">
              <a:lnSpc>
                <a:spcPct val="100000"/>
              </a:lnSpc>
              <a:spcBef>
                <a:spcPts val="1000"/>
              </a:spcBef>
              <a:spcAft>
                <a:spcPts val="0"/>
              </a:spcAft>
              <a:buSzPts val="1440"/>
              <a:buChar char="►"/>
              <a:defRPr/>
            </a:lvl5pPr>
            <a:lvl6pPr indent="-320039" lvl="5" marL="2743200" rtl="1" algn="r">
              <a:lnSpc>
                <a:spcPct val="100000"/>
              </a:lnSpc>
              <a:spcBef>
                <a:spcPts val="1000"/>
              </a:spcBef>
              <a:spcAft>
                <a:spcPts val="0"/>
              </a:spcAft>
              <a:buSzPts val="1440"/>
              <a:buChar char="►"/>
              <a:defRPr/>
            </a:lvl6pPr>
            <a:lvl7pPr indent="-320039" lvl="6" marL="3200400" rtl="1" algn="r">
              <a:lnSpc>
                <a:spcPct val="100000"/>
              </a:lnSpc>
              <a:spcBef>
                <a:spcPts val="1000"/>
              </a:spcBef>
              <a:spcAft>
                <a:spcPts val="0"/>
              </a:spcAft>
              <a:buSzPts val="1440"/>
              <a:buChar char="►"/>
              <a:defRPr/>
            </a:lvl7pPr>
            <a:lvl8pPr indent="-320040" lvl="7" marL="3657600" rtl="1" algn="r">
              <a:lnSpc>
                <a:spcPct val="100000"/>
              </a:lnSpc>
              <a:spcBef>
                <a:spcPts val="1000"/>
              </a:spcBef>
              <a:spcAft>
                <a:spcPts val="0"/>
              </a:spcAft>
              <a:buSzPts val="1440"/>
              <a:buChar char="►"/>
              <a:defRPr/>
            </a:lvl8pPr>
            <a:lvl9pPr indent="-320040" lvl="8" marL="4114800" rtl="1" algn="r">
              <a:lnSpc>
                <a:spcPct val="100000"/>
              </a:lnSpc>
              <a:spcBef>
                <a:spcPts val="1000"/>
              </a:spcBef>
              <a:spcAft>
                <a:spcPts val="0"/>
              </a:spcAft>
              <a:buSzPts val="1440"/>
              <a:buChar char="►"/>
              <a:defRPr/>
            </a:lvl9pPr>
          </a:lstStyle>
          <a:p/>
        </p:txBody>
      </p:sp>
      <p:sp>
        <p:nvSpPr>
          <p:cNvPr id="81" name="Google Shape;81;p68"/>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rtl="1" algn="r">
              <a:lnSpc>
                <a:spcPct val="100000"/>
              </a:lnSpc>
              <a:spcBef>
                <a:spcPts val="1000"/>
              </a:spcBef>
              <a:spcAft>
                <a:spcPts val="0"/>
              </a:spcAft>
              <a:buSzPts val="1920"/>
              <a:buNone/>
              <a:defRPr b="0" sz="2400">
                <a:solidFill>
                  <a:schemeClr val="accent1"/>
                </a:solidFill>
              </a:defRPr>
            </a:lvl1pPr>
            <a:lvl2pPr indent="-228600" lvl="1" marL="914400" rtl="1" algn="r">
              <a:lnSpc>
                <a:spcPct val="100000"/>
              </a:lnSpc>
              <a:spcBef>
                <a:spcPts val="1000"/>
              </a:spcBef>
              <a:spcAft>
                <a:spcPts val="0"/>
              </a:spcAft>
              <a:buSzPts val="1600"/>
              <a:buNone/>
              <a:defRPr b="1" sz="2000"/>
            </a:lvl2pPr>
            <a:lvl3pPr indent="-228600" lvl="2" marL="1371600" rtl="1" algn="r">
              <a:lnSpc>
                <a:spcPct val="100000"/>
              </a:lnSpc>
              <a:spcBef>
                <a:spcPts val="1000"/>
              </a:spcBef>
              <a:spcAft>
                <a:spcPts val="0"/>
              </a:spcAft>
              <a:buSzPts val="1440"/>
              <a:buNone/>
              <a:defRPr b="1" sz="1800"/>
            </a:lvl3pPr>
            <a:lvl4pPr indent="-228600" lvl="3" marL="1828800" rtl="1" algn="r">
              <a:lnSpc>
                <a:spcPct val="100000"/>
              </a:lnSpc>
              <a:spcBef>
                <a:spcPts val="1000"/>
              </a:spcBef>
              <a:spcAft>
                <a:spcPts val="0"/>
              </a:spcAft>
              <a:buSzPts val="1280"/>
              <a:buNone/>
              <a:defRPr b="1" sz="1600"/>
            </a:lvl4pPr>
            <a:lvl5pPr indent="-228600" lvl="4" marL="2286000" rtl="1" algn="r">
              <a:lnSpc>
                <a:spcPct val="100000"/>
              </a:lnSpc>
              <a:spcBef>
                <a:spcPts val="1000"/>
              </a:spcBef>
              <a:spcAft>
                <a:spcPts val="0"/>
              </a:spcAft>
              <a:buSzPts val="1280"/>
              <a:buNone/>
              <a:defRPr b="1" sz="1600"/>
            </a:lvl5pPr>
            <a:lvl6pPr indent="-228600" lvl="5" marL="2743200" rtl="1" algn="r">
              <a:lnSpc>
                <a:spcPct val="100000"/>
              </a:lnSpc>
              <a:spcBef>
                <a:spcPts val="1000"/>
              </a:spcBef>
              <a:spcAft>
                <a:spcPts val="0"/>
              </a:spcAft>
              <a:buSzPts val="1280"/>
              <a:buNone/>
              <a:defRPr b="1" sz="1600"/>
            </a:lvl6pPr>
            <a:lvl7pPr indent="-228600" lvl="6" marL="3200400" rtl="1" algn="r">
              <a:lnSpc>
                <a:spcPct val="100000"/>
              </a:lnSpc>
              <a:spcBef>
                <a:spcPts val="1000"/>
              </a:spcBef>
              <a:spcAft>
                <a:spcPts val="0"/>
              </a:spcAft>
              <a:buSzPts val="1280"/>
              <a:buNone/>
              <a:defRPr b="1" sz="1600"/>
            </a:lvl7pPr>
            <a:lvl8pPr indent="-228600" lvl="7" marL="3657600" rtl="1" algn="r">
              <a:lnSpc>
                <a:spcPct val="100000"/>
              </a:lnSpc>
              <a:spcBef>
                <a:spcPts val="1000"/>
              </a:spcBef>
              <a:spcAft>
                <a:spcPts val="0"/>
              </a:spcAft>
              <a:buSzPts val="1280"/>
              <a:buNone/>
              <a:defRPr b="1" sz="1600"/>
            </a:lvl8pPr>
            <a:lvl9pPr indent="-228600" lvl="8" marL="4114800" rtl="1" algn="r">
              <a:lnSpc>
                <a:spcPct val="100000"/>
              </a:lnSpc>
              <a:spcBef>
                <a:spcPts val="1000"/>
              </a:spcBef>
              <a:spcAft>
                <a:spcPts val="0"/>
              </a:spcAft>
              <a:buSzPts val="1280"/>
              <a:buNone/>
              <a:defRPr b="1" sz="1600"/>
            </a:lvl9pPr>
          </a:lstStyle>
          <a:p/>
        </p:txBody>
      </p:sp>
      <p:sp>
        <p:nvSpPr>
          <p:cNvPr id="82" name="Google Shape;82;p68"/>
          <p:cNvSpPr txBox="1"/>
          <p:nvPr>
            <p:ph idx="4" type="body"/>
          </p:nvPr>
        </p:nvSpPr>
        <p:spPr>
          <a:xfrm>
            <a:off x="6208712"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rtl="1" algn="r">
              <a:lnSpc>
                <a:spcPct val="100000"/>
              </a:lnSpc>
              <a:spcBef>
                <a:spcPts val="1000"/>
              </a:spcBef>
              <a:spcAft>
                <a:spcPts val="0"/>
              </a:spcAft>
              <a:buSzPts val="1440"/>
              <a:buChar char="►"/>
              <a:defRPr sz="1800"/>
            </a:lvl1pPr>
            <a:lvl2pPr indent="-309880" lvl="1" marL="914400" rtl="1" algn="r">
              <a:lnSpc>
                <a:spcPct val="100000"/>
              </a:lnSpc>
              <a:spcBef>
                <a:spcPts val="1000"/>
              </a:spcBef>
              <a:spcAft>
                <a:spcPts val="0"/>
              </a:spcAft>
              <a:buSzPts val="1280"/>
              <a:buChar char="►"/>
              <a:defRPr sz="1600"/>
            </a:lvl2pPr>
            <a:lvl3pPr indent="-299719" lvl="2" marL="1371600" rtl="1" algn="r">
              <a:lnSpc>
                <a:spcPct val="100000"/>
              </a:lnSpc>
              <a:spcBef>
                <a:spcPts val="1000"/>
              </a:spcBef>
              <a:spcAft>
                <a:spcPts val="0"/>
              </a:spcAft>
              <a:buSzPts val="1120"/>
              <a:buChar char="►"/>
              <a:defRPr sz="1400"/>
            </a:lvl3pPr>
            <a:lvl4pPr indent="-289560" lvl="3" marL="1828800" rtl="1" algn="r">
              <a:lnSpc>
                <a:spcPct val="100000"/>
              </a:lnSpc>
              <a:spcBef>
                <a:spcPts val="1000"/>
              </a:spcBef>
              <a:spcAft>
                <a:spcPts val="0"/>
              </a:spcAft>
              <a:buSzPts val="960"/>
              <a:buChar char="►"/>
              <a:defRPr sz="1200"/>
            </a:lvl4pPr>
            <a:lvl5pPr indent="-289560" lvl="4" marL="2286000" rtl="1" algn="r">
              <a:lnSpc>
                <a:spcPct val="100000"/>
              </a:lnSpc>
              <a:spcBef>
                <a:spcPts val="1000"/>
              </a:spcBef>
              <a:spcAft>
                <a:spcPts val="0"/>
              </a:spcAft>
              <a:buSzPts val="960"/>
              <a:buChar char="►"/>
              <a:defRPr sz="1200"/>
            </a:lvl5pPr>
            <a:lvl6pPr indent="-289560" lvl="5" marL="2743200" rtl="1" algn="r">
              <a:lnSpc>
                <a:spcPct val="100000"/>
              </a:lnSpc>
              <a:spcBef>
                <a:spcPts val="1000"/>
              </a:spcBef>
              <a:spcAft>
                <a:spcPts val="0"/>
              </a:spcAft>
              <a:buSzPts val="960"/>
              <a:buChar char="►"/>
              <a:defRPr sz="1200"/>
            </a:lvl6pPr>
            <a:lvl7pPr indent="-289560" lvl="6" marL="3200400" rtl="1" algn="r">
              <a:lnSpc>
                <a:spcPct val="100000"/>
              </a:lnSpc>
              <a:spcBef>
                <a:spcPts val="1000"/>
              </a:spcBef>
              <a:spcAft>
                <a:spcPts val="0"/>
              </a:spcAft>
              <a:buSzPts val="960"/>
              <a:buChar char="►"/>
              <a:defRPr sz="1200"/>
            </a:lvl7pPr>
            <a:lvl8pPr indent="-289559" lvl="7" marL="3657600" rtl="1" algn="r">
              <a:lnSpc>
                <a:spcPct val="100000"/>
              </a:lnSpc>
              <a:spcBef>
                <a:spcPts val="1000"/>
              </a:spcBef>
              <a:spcAft>
                <a:spcPts val="0"/>
              </a:spcAft>
              <a:buSzPts val="960"/>
              <a:buChar char="►"/>
              <a:defRPr sz="1200"/>
            </a:lvl8pPr>
            <a:lvl9pPr indent="-289559" lvl="8" marL="4114800" rtl="1" algn="r">
              <a:lnSpc>
                <a:spcPct val="100000"/>
              </a:lnSpc>
              <a:spcBef>
                <a:spcPts val="1000"/>
              </a:spcBef>
              <a:spcAft>
                <a:spcPts val="0"/>
              </a:spcAft>
              <a:buSzPts val="960"/>
              <a:buChar char="►"/>
              <a:defRPr sz="1200"/>
            </a:lvl9pPr>
          </a:lstStyle>
          <a:p/>
        </p:txBody>
      </p:sp>
      <p:sp>
        <p:nvSpPr>
          <p:cNvPr id="83" name="Google Shape;83;p6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וכן עם כיתוב" type="objTx">
  <p:cSld name="OBJECT_WITH_CAPTION_TEXT">
    <p:spTree>
      <p:nvGrpSpPr>
        <p:cNvPr id="86" name="Shape 86"/>
        <p:cNvGrpSpPr/>
        <p:nvPr/>
      </p:nvGrpSpPr>
      <p:grpSpPr>
        <a:xfrm>
          <a:off x="0" y="0"/>
          <a:ext cx="0" cy="0"/>
          <a:chOff x="0" y="0"/>
          <a:chExt cx="0" cy="0"/>
        </a:xfrm>
      </p:grpSpPr>
      <p:grpSp>
        <p:nvGrpSpPr>
          <p:cNvPr id="87" name="Google Shape;87;p69"/>
          <p:cNvGrpSpPr/>
          <p:nvPr/>
        </p:nvGrpSpPr>
        <p:grpSpPr>
          <a:xfrm>
            <a:off x="0" y="0"/>
            <a:ext cx="12192000" cy="6858000"/>
            <a:chOff x="0" y="0"/>
            <a:chExt cx="12192000" cy="6858000"/>
          </a:xfrm>
        </p:grpSpPr>
        <p:sp>
          <p:nvSpPr>
            <p:cNvPr id="88" name="Google Shape;88;p6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69"/>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69"/>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69"/>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69"/>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69"/>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69"/>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69"/>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9"/>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7" name="Google Shape;97;p6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8" name="Google Shape;98;p69"/>
          <p:cNvSpPr txBox="1"/>
          <p:nvPr>
            <p:ph type="title"/>
          </p:nvPr>
        </p:nvSpPr>
        <p:spPr>
          <a:xfrm>
            <a:off x="1154955" y="1295400"/>
            <a:ext cx="2793158" cy="1600200"/>
          </a:xfrm>
          <a:prstGeom prst="rect">
            <a:avLst/>
          </a:prstGeom>
          <a:noFill/>
          <a:ln>
            <a:noFill/>
          </a:ln>
        </p:spPr>
        <p:txBody>
          <a:bodyPr anchorCtr="0" anchor="b" bIns="45700" lIns="91425" spcFirstLastPara="1" rIns="91425" wrap="square" tIns="45700">
            <a:noAutofit/>
          </a:bodyPr>
          <a:lstStyle>
            <a:lvl1pPr lvl="0" rtl="1" algn="l">
              <a:lnSpc>
                <a:spcPct val="100000"/>
              </a:lnSpc>
              <a:spcBef>
                <a:spcPts val="0"/>
              </a:spcBef>
              <a:spcAft>
                <a:spcPts val="0"/>
              </a:spcAft>
              <a:buClr>
                <a:schemeClr val="lt2"/>
              </a:buClr>
              <a:buSzPts val="2400"/>
              <a:buFont typeface="Century Gothic"/>
              <a:buNone/>
              <a:defRPr b="0" sz="2400"/>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99" name="Google Shape;99;p69"/>
          <p:cNvSpPr txBox="1"/>
          <p:nvPr>
            <p:ph idx="1" type="body"/>
          </p:nvPr>
        </p:nvSpPr>
        <p:spPr>
          <a:xfrm>
            <a:off x="5781146" y="1447800"/>
            <a:ext cx="5190066" cy="4572000"/>
          </a:xfrm>
          <a:prstGeom prst="rect">
            <a:avLst/>
          </a:prstGeom>
          <a:noFill/>
          <a:ln>
            <a:noFill/>
          </a:ln>
        </p:spPr>
        <p:txBody>
          <a:bodyPr anchorCtr="0" anchor="ctr" bIns="45700" lIns="91425" spcFirstLastPara="1" rIns="91425" wrap="square" tIns="45700">
            <a:normAutofit/>
          </a:bodyPr>
          <a:lstStyle>
            <a:lvl1pPr indent="-320040" lvl="0" marL="457200" rtl="1" algn="r">
              <a:lnSpc>
                <a:spcPct val="100000"/>
              </a:lnSpc>
              <a:spcBef>
                <a:spcPts val="1000"/>
              </a:spcBef>
              <a:spcAft>
                <a:spcPts val="0"/>
              </a:spcAft>
              <a:buSzPts val="1440"/>
              <a:buChar char="►"/>
              <a:defRPr/>
            </a:lvl1pPr>
            <a:lvl2pPr indent="-320040" lvl="1" marL="914400" rtl="1" algn="r">
              <a:lnSpc>
                <a:spcPct val="100000"/>
              </a:lnSpc>
              <a:spcBef>
                <a:spcPts val="1000"/>
              </a:spcBef>
              <a:spcAft>
                <a:spcPts val="0"/>
              </a:spcAft>
              <a:buSzPts val="1440"/>
              <a:buChar char="►"/>
              <a:defRPr/>
            </a:lvl2pPr>
            <a:lvl3pPr indent="-320039" lvl="2" marL="1371600" rtl="1" algn="r">
              <a:lnSpc>
                <a:spcPct val="100000"/>
              </a:lnSpc>
              <a:spcBef>
                <a:spcPts val="1000"/>
              </a:spcBef>
              <a:spcAft>
                <a:spcPts val="0"/>
              </a:spcAft>
              <a:buSzPts val="1440"/>
              <a:buChar char="►"/>
              <a:defRPr/>
            </a:lvl3pPr>
            <a:lvl4pPr indent="-320039" lvl="3" marL="1828800" rtl="1" algn="r">
              <a:lnSpc>
                <a:spcPct val="100000"/>
              </a:lnSpc>
              <a:spcBef>
                <a:spcPts val="1000"/>
              </a:spcBef>
              <a:spcAft>
                <a:spcPts val="0"/>
              </a:spcAft>
              <a:buSzPts val="1440"/>
              <a:buChar char="►"/>
              <a:defRPr/>
            </a:lvl4pPr>
            <a:lvl5pPr indent="-320039" lvl="4" marL="2286000" rtl="1" algn="r">
              <a:lnSpc>
                <a:spcPct val="100000"/>
              </a:lnSpc>
              <a:spcBef>
                <a:spcPts val="1000"/>
              </a:spcBef>
              <a:spcAft>
                <a:spcPts val="0"/>
              </a:spcAft>
              <a:buSzPts val="1440"/>
              <a:buChar char="►"/>
              <a:defRPr/>
            </a:lvl5pPr>
            <a:lvl6pPr indent="-320039" lvl="5" marL="2743200" rtl="1" algn="r">
              <a:lnSpc>
                <a:spcPct val="100000"/>
              </a:lnSpc>
              <a:spcBef>
                <a:spcPts val="1000"/>
              </a:spcBef>
              <a:spcAft>
                <a:spcPts val="0"/>
              </a:spcAft>
              <a:buSzPts val="1440"/>
              <a:buChar char="►"/>
              <a:defRPr/>
            </a:lvl6pPr>
            <a:lvl7pPr indent="-320039" lvl="6" marL="3200400" rtl="1" algn="r">
              <a:lnSpc>
                <a:spcPct val="100000"/>
              </a:lnSpc>
              <a:spcBef>
                <a:spcPts val="1000"/>
              </a:spcBef>
              <a:spcAft>
                <a:spcPts val="0"/>
              </a:spcAft>
              <a:buSzPts val="1440"/>
              <a:buChar char="►"/>
              <a:defRPr/>
            </a:lvl7pPr>
            <a:lvl8pPr indent="-320040" lvl="7" marL="3657600" rtl="1" algn="r">
              <a:lnSpc>
                <a:spcPct val="100000"/>
              </a:lnSpc>
              <a:spcBef>
                <a:spcPts val="1000"/>
              </a:spcBef>
              <a:spcAft>
                <a:spcPts val="0"/>
              </a:spcAft>
              <a:buSzPts val="1440"/>
              <a:buChar char="►"/>
              <a:defRPr/>
            </a:lvl8pPr>
            <a:lvl9pPr indent="-320040" lvl="8" marL="4114800" rtl="1" algn="r">
              <a:lnSpc>
                <a:spcPct val="100000"/>
              </a:lnSpc>
              <a:spcBef>
                <a:spcPts val="1000"/>
              </a:spcBef>
              <a:spcAft>
                <a:spcPts val="0"/>
              </a:spcAft>
              <a:buSzPts val="1440"/>
              <a:buChar char="►"/>
              <a:defRPr/>
            </a:lvl9pPr>
          </a:lstStyle>
          <a:p/>
        </p:txBody>
      </p:sp>
      <p:sp>
        <p:nvSpPr>
          <p:cNvPr id="100" name="Google Shape;100;p69"/>
          <p:cNvSpPr txBox="1"/>
          <p:nvPr>
            <p:ph idx="2" type="body"/>
          </p:nvPr>
        </p:nvSpPr>
        <p:spPr>
          <a:xfrm>
            <a:off x="1154954" y="3129280"/>
            <a:ext cx="2793158" cy="2895599"/>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1120"/>
              <a:buNone/>
              <a:defRPr sz="1400">
                <a:solidFill>
                  <a:srgbClr val="EE52A4"/>
                </a:solidFill>
              </a:defRPr>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101" name="Google Shape;101;p6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6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6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מונה עם כיתוב" type="picTx">
  <p:cSld name="PICTURE_WITH_CAPTION_TEXT">
    <p:spTree>
      <p:nvGrpSpPr>
        <p:cNvPr id="105" name="Shape 105"/>
        <p:cNvGrpSpPr/>
        <p:nvPr/>
      </p:nvGrpSpPr>
      <p:grpSpPr>
        <a:xfrm>
          <a:off x="0" y="0"/>
          <a:ext cx="0" cy="0"/>
          <a:chOff x="0" y="0"/>
          <a:chExt cx="0" cy="0"/>
        </a:xfrm>
      </p:grpSpPr>
      <p:grpSp>
        <p:nvGrpSpPr>
          <p:cNvPr id="106" name="Google Shape;106;p70"/>
          <p:cNvGrpSpPr/>
          <p:nvPr/>
        </p:nvGrpSpPr>
        <p:grpSpPr>
          <a:xfrm>
            <a:off x="0" y="0"/>
            <a:ext cx="12192000" cy="6858000"/>
            <a:chOff x="0" y="0"/>
            <a:chExt cx="12192000" cy="6858000"/>
          </a:xfrm>
        </p:grpSpPr>
        <p:sp>
          <p:nvSpPr>
            <p:cNvPr id="107" name="Google Shape;107;p7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70"/>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70"/>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70"/>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70"/>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70"/>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70"/>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70"/>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70"/>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7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7" name="Google Shape;117;p70"/>
          <p:cNvSpPr txBox="1"/>
          <p:nvPr>
            <p:ph type="title"/>
          </p:nvPr>
        </p:nvSpPr>
        <p:spPr>
          <a:xfrm>
            <a:off x="1154955" y="1693333"/>
            <a:ext cx="3865134" cy="1735667"/>
          </a:xfrm>
          <a:prstGeom prst="rect">
            <a:avLst/>
          </a:prstGeom>
          <a:noFill/>
          <a:ln>
            <a:noFill/>
          </a:ln>
        </p:spPr>
        <p:txBody>
          <a:bodyPr anchorCtr="0" anchor="b" bIns="45700" lIns="91425" spcFirstLastPara="1" rIns="91425" wrap="square" tIns="45700">
            <a:normAutofit/>
          </a:bodyPr>
          <a:lstStyle>
            <a:lvl1pPr lvl="0" rtl="1" algn="l">
              <a:lnSpc>
                <a:spcPct val="100000"/>
              </a:lnSpc>
              <a:spcBef>
                <a:spcPts val="0"/>
              </a:spcBef>
              <a:spcAft>
                <a:spcPts val="0"/>
              </a:spcAft>
              <a:buClr>
                <a:schemeClr val="lt2"/>
              </a:buClr>
              <a:buSzPts val="3600"/>
              <a:buFont typeface="Century Gothic"/>
              <a:buNone/>
              <a:defRPr b="0" sz="3600"/>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118" name="Google Shape;118;p70"/>
          <p:cNvSpPr/>
          <p:nvPr>
            <p:ph idx="2" type="pic"/>
          </p:nvPr>
        </p:nvSpPr>
        <p:spPr>
          <a:xfrm>
            <a:off x="6547870" y="1143000"/>
            <a:ext cx="3227193" cy="4572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19" name="Google Shape;119;p70"/>
          <p:cNvSpPr txBox="1"/>
          <p:nvPr>
            <p:ph idx="1" type="body"/>
          </p:nvPr>
        </p:nvSpPr>
        <p:spPr>
          <a:xfrm>
            <a:off x="1154954" y="3657600"/>
            <a:ext cx="3859212" cy="1371600"/>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1120"/>
              <a:buNone/>
              <a:defRPr sz="1400">
                <a:solidFill>
                  <a:srgbClr val="EE52A4"/>
                </a:solidFill>
              </a:defRPr>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120" name="Google Shape;120;p7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7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7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7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מונה פנורמית עם כיתוב">
  <p:cSld name="תמונה פנורמית עם כיתוב">
    <p:spTree>
      <p:nvGrpSpPr>
        <p:cNvPr id="124" name="Shape 124"/>
        <p:cNvGrpSpPr/>
        <p:nvPr/>
      </p:nvGrpSpPr>
      <p:grpSpPr>
        <a:xfrm>
          <a:off x="0" y="0"/>
          <a:ext cx="0" cy="0"/>
          <a:chOff x="0" y="0"/>
          <a:chExt cx="0" cy="0"/>
        </a:xfrm>
      </p:grpSpPr>
      <p:grpSp>
        <p:nvGrpSpPr>
          <p:cNvPr id="125" name="Google Shape;125;p71"/>
          <p:cNvGrpSpPr/>
          <p:nvPr/>
        </p:nvGrpSpPr>
        <p:grpSpPr>
          <a:xfrm>
            <a:off x="0" y="0"/>
            <a:ext cx="12192000" cy="6858000"/>
            <a:chOff x="0" y="0"/>
            <a:chExt cx="12192000" cy="6858000"/>
          </a:xfrm>
        </p:grpSpPr>
        <p:sp>
          <p:nvSpPr>
            <p:cNvPr id="126" name="Google Shape;126;p7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71"/>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71"/>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71"/>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71"/>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71"/>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71"/>
            <p:cNvSpPr/>
            <p:nvPr/>
          </p:nvSpPr>
          <p:spPr>
            <a:xfrm rot="10371525">
              <a:off x="263767" y="443825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71"/>
            <p:cNvSpPr/>
            <p:nvPr/>
          </p:nvSpPr>
          <p:spPr>
            <a:xfrm rot="10800000">
              <a:off x="459506" y="321130"/>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4" name="Google Shape;134;p7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5" name="Google Shape;135;p71"/>
          <p:cNvSpPr txBox="1"/>
          <p:nvPr>
            <p:ph type="title"/>
          </p:nvPr>
        </p:nvSpPr>
        <p:spPr>
          <a:xfrm>
            <a:off x="1154954" y="4969927"/>
            <a:ext cx="8825659" cy="566738"/>
          </a:xfrm>
          <a:prstGeom prst="rect">
            <a:avLst/>
          </a:prstGeom>
          <a:noFill/>
          <a:ln>
            <a:noFill/>
          </a:ln>
        </p:spPr>
        <p:txBody>
          <a:bodyPr anchorCtr="0" anchor="b" bIns="45700" lIns="91425" spcFirstLastPara="1" rIns="91425" wrap="square" tIns="45700">
            <a:normAutofit/>
          </a:bodyPr>
          <a:lstStyle>
            <a:lvl1pPr lvl="0" rtl="1" algn="l">
              <a:lnSpc>
                <a:spcPct val="100000"/>
              </a:lnSpc>
              <a:spcBef>
                <a:spcPts val="0"/>
              </a:spcBef>
              <a:spcAft>
                <a:spcPts val="0"/>
              </a:spcAft>
              <a:buClr>
                <a:schemeClr val="lt2"/>
              </a:buClr>
              <a:buSzPts val="2400"/>
              <a:buFont typeface="Century Gothic"/>
              <a:buNone/>
              <a:defRPr b="0" sz="2400"/>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136" name="Google Shape;136;p71"/>
          <p:cNvSpPr/>
          <p:nvPr>
            <p:ph idx="2" type="pic"/>
          </p:nvPr>
        </p:nvSpPr>
        <p:spPr>
          <a:xfrm>
            <a:off x="1154954" y="685800"/>
            <a:ext cx="8825659" cy="3429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37" name="Google Shape;137;p71"/>
          <p:cNvSpPr txBox="1"/>
          <p:nvPr>
            <p:ph idx="1" type="body"/>
          </p:nvPr>
        </p:nvSpPr>
        <p:spPr>
          <a:xfrm>
            <a:off x="1154954" y="5536665"/>
            <a:ext cx="8825658" cy="493712"/>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960"/>
              <a:buNone/>
              <a:defRPr sz="1200">
                <a:solidFill>
                  <a:srgbClr val="EE52A4"/>
                </a:solidFill>
              </a:defRPr>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138" name="Google Shape;138;p7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7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7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כיתוב">
  <p:cSld name="כותרת וכיתוב">
    <p:spTree>
      <p:nvGrpSpPr>
        <p:cNvPr id="142" name="Shape 142"/>
        <p:cNvGrpSpPr/>
        <p:nvPr/>
      </p:nvGrpSpPr>
      <p:grpSpPr>
        <a:xfrm>
          <a:off x="0" y="0"/>
          <a:ext cx="0" cy="0"/>
          <a:chOff x="0" y="0"/>
          <a:chExt cx="0" cy="0"/>
        </a:xfrm>
      </p:grpSpPr>
      <p:grpSp>
        <p:nvGrpSpPr>
          <p:cNvPr id="143" name="Google Shape;143;p72"/>
          <p:cNvGrpSpPr/>
          <p:nvPr/>
        </p:nvGrpSpPr>
        <p:grpSpPr>
          <a:xfrm>
            <a:off x="0" y="0"/>
            <a:ext cx="12192000" cy="6858000"/>
            <a:chOff x="0" y="0"/>
            <a:chExt cx="12192000" cy="6858000"/>
          </a:xfrm>
        </p:grpSpPr>
        <p:sp>
          <p:nvSpPr>
            <p:cNvPr id="144" name="Google Shape;144;p7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72"/>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72"/>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72"/>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72"/>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72"/>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72"/>
            <p:cNvSpPr/>
            <p:nvPr/>
          </p:nvSpPr>
          <p:spPr>
            <a:xfrm rot="-589932">
              <a:off x="8490951" y="271487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72"/>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52" name="Google Shape;152;p7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53" name="Google Shape;153;p72"/>
          <p:cNvSpPr txBox="1"/>
          <p:nvPr>
            <p:ph type="title"/>
          </p:nvPr>
        </p:nvSpPr>
        <p:spPr>
          <a:xfrm>
            <a:off x="1148798" y="1063417"/>
            <a:ext cx="8831816" cy="1372986"/>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4000"/>
              <a:buFont typeface="Century Gothic"/>
              <a:buNone/>
              <a:defRPr sz="4000"/>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154" name="Google Shape;154;p72"/>
          <p:cNvSpPr txBox="1"/>
          <p:nvPr>
            <p:ph idx="1" type="body"/>
          </p:nvPr>
        </p:nvSpPr>
        <p:spPr>
          <a:xfrm>
            <a:off x="1154954" y="3543300"/>
            <a:ext cx="8825659" cy="2476500"/>
          </a:xfrm>
          <a:prstGeom prst="rect">
            <a:avLst/>
          </a:prstGeom>
          <a:noFill/>
          <a:ln>
            <a:noFill/>
          </a:ln>
        </p:spPr>
        <p:txBody>
          <a:bodyPr anchorCtr="0" anchor="ctr" bIns="45700" lIns="91425" spcFirstLastPara="1" rIns="91425" wrap="square" tIns="45700">
            <a:normAutofit/>
          </a:bodyPr>
          <a:lstStyle>
            <a:lvl1pPr indent="-228600" lvl="0" marL="457200" rtl="1" algn="r">
              <a:lnSpc>
                <a:spcPct val="100000"/>
              </a:lnSpc>
              <a:spcBef>
                <a:spcPts val="1000"/>
              </a:spcBef>
              <a:spcAft>
                <a:spcPts val="0"/>
              </a:spcAft>
              <a:buSzPts val="1440"/>
              <a:buNone/>
              <a:defRPr sz="1800"/>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155" name="Google Shape;155;p7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7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7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7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ציטוט עם כיתוב">
  <p:cSld name="ציטוט עם כיתוב">
    <p:spTree>
      <p:nvGrpSpPr>
        <p:cNvPr id="159" name="Shape 159"/>
        <p:cNvGrpSpPr/>
        <p:nvPr/>
      </p:nvGrpSpPr>
      <p:grpSpPr>
        <a:xfrm>
          <a:off x="0" y="0"/>
          <a:ext cx="0" cy="0"/>
          <a:chOff x="0" y="0"/>
          <a:chExt cx="0" cy="0"/>
        </a:xfrm>
      </p:grpSpPr>
      <p:grpSp>
        <p:nvGrpSpPr>
          <p:cNvPr id="160" name="Google Shape;160;p73"/>
          <p:cNvGrpSpPr/>
          <p:nvPr/>
        </p:nvGrpSpPr>
        <p:grpSpPr>
          <a:xfrm>
            <a:off x="0" y="0"/>
            <a:ext cx="12192000" cy="6858000"/>
            <a:chOff x="0" y="0"/>
            <a:chExt cx="12192000" cy="6858000"/>
          </a:xfrm>
        </p:grpSpPr>
        <p:sp>
          <p:nvSpPr>
            <p:cNvPr id="161" name="Google Shape;161;p73"/>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73"/>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73"/>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73"/>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73"/>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73"/>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73"/>
            <p:cNvSpPr/>
            <p:nvPr/>
          </p:nvSpPr>
          <p:spPr>
            <a:xfrm rot="-589932">
              <a:off x="8490951" y="41851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73"/>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9" name="Google Shape;169;p73"/>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0" name="Google Shape;170;p73"/>
          <p:cNvSpPr txBox="1"/>
          <p:nvPr/>
        </p:nvSpPr>
        <p:spPr>
          <a:xfrm>
            <a:off x="881566" y="607336"/>
            <a:ext cx="801912"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1" name="Google Shape;171;p73"/>
          <p:cNvSpPr txBox="1"/>
          <p:nvPr/>
        </p:nvSpPr>
        <p:spPr>
          <a:xfrm>
            <a:off x="9884458" y="2613787"/>
            <a:ext cx="652763"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2" name="Google Shape;172;p73"/>
          <p:cNvSpPr txBox="1"/>
          <p:nvPr>
            <p:ph type="title"/>
          </p:nvPr>
        </p:nvSpPr>
        <p:spPr>
          <a:xfrm>
            <a:off x="1581878" y="982134"/>
            <a:ext cx="8453906" cy="2696632"/>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4000"/>
              <a:buFont typeface="Century Gothic"/>
              <a:buNone/>
              <a:defRPr sz="4000"/>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173" name="Google Shape;173;p73"/>
          <p:cNvSpPr txBox="1"/>
          <p:nvPr>
            <p:ph idx="1" type="body"/>
          </p:nvPr>
        </p:nvSpPr>
        <p:spPr>
          <a:xfrm>
            <a:off x="1945945" y="3678766"/>
            <a:ext cx="7731219" cy="342174"/>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1120"/>
              <a:buNone/>
              <a:defRPr b="0" i="0" sz="1400" cap="small">
                <a:solidFill>
                  <a:srgbClr val="EE52A4"/>
                </a:solidFill>
                <a:latin typeface="Century Gothic"/>
                <a:ea typeface="Century Gothic"/>
                <a:cs typeface="Century Gothic"/>
                <a:sym typeface="Century Gothic"/>
              </a:defRPr>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174" name="Google Shape;174;p73"/>
          <p:cNvSpPr txBox="1"/>
          <p:nvPr>
            <p:ph idx="2" type="body"/>
          </p:nvPr>
        </p:nvSpPr>
        <p:spPr>
          <a:xfrm>
            <a:off x="1154954" y="5029199"/>
            <a:ext cx="9244897" cy="997857"/>
          </a:xfrm>
          <a:prstGeom prst="rect">
            <a:avLst/>
          </a:prstGeom>
          <a:noFill/>
          <a:ln>
            <a:noFill/>
          </a:ln>
        </p:spPr>
        <p:txBody>
          <a:bodyPr anchorCtr="0" anchor="ctr" bIns="45700" lIns="91425" spcFirstLastPara="1" rIns="91425" wrap="square" tIns="45700">
            <a:normAutofit/>
          </a:bodyPr>
          <a:lstStyle>
            <a:lvl1pPr indent="-228600" lvl="0" marL="457200" rtl="1" algn="r">
              <a:lnSpc>
                <a:spcPct val="100000"/>
              </a:lnSpc>
              <a:spcBef>
                <a:spcPts val="1000"/>
              </a:spcBef>
              <a:spcAft>
                <a:spcPts val="0"/>
              </a:spcAft>
              <a:buSzPts val="1120"/>
              <a:buNone/>
              <a:defRPr sz="1400"/>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175" name="Google Shape;175;p7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7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73"/>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7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רטיס שם">
  <p:cSld name="כרטיס שם">
    <p:spTree>
      <p:nvGrpSpPr>
        <p:cNvPr id="179" name="Shape 179"/>
        <p:cNvGrpSpPr/>
        <p:nvPr/>
      </p:nvGrpSpPr>
      <p:grpSpPr>
        <a:xfrm>
          <a:off x="0" y="0"/>
          <a:ext cx="0" cy="0"/>
          <a:chOff x="0" y="0"/>
          <a:chExt cx="0" cy="0"/>
        </a:xfrm>
      </p:grpSpPr>
      <p:grpSp>
        <p:nvGrpSpPr>
          <p:cNvPr id="180" name="Google Shape;180;p74"/>
          <p:cNvGrpSpPr/>
          <p:nvPr/>
        </p:nvGrpSpPr>
        <p:grpSpPr>
          <a:xfrm>
            <a:off x="0" y="0"/>
            <a:ext cx="12192000" cy="6858000"/>
            <a:chOff x="0" y="0"/>
            <a:chExt cx="12192000" cy="6858000"/>
          </a:xfrm>
        </p:grpSpPr>
        <p:sp>
          <p:nvSpPr>
            <p:cNvPr id="181" name="Google Shape;181;p74"/>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74"/>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74"/>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74"/>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74"/>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74"/>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74"/>
            <p:cNvSpPr/>
            <p:nvPr/>
          </p:nvSpPr>
          <p:spPr>
            <a:xfrm rot="-589932">
              <a:off x="8490951" y="4193583"/>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74"/>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9" name="Google Shape;189;p74"/>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90" name="Google Shape;190;p74"/>
          <p:cNvSpPr txBox="1"/>
          <p:nvPr>
            <p:ph type="title"/>
          </p:nvPr>
        </p:nvSpPr>
        <p:spPr>
          <a:xfrm>
            <a:off x="1154954" y="2370667"/>
            <a:ext cx="8825660" cy="1822514"/>
          </a:xfrm>
          <a:prstGeom prst="rect">
            <a:avLst/>
          </a:prstGeom>
          <a:noFill/>
          <a:ln>
            <a:noFill/>
          </a:ln>
        </p:spPr>
        <p:txBody>
          <a:bodyPr anchorCtr="0" anchor="b" bIns="45700" lIns="91425" spcFirstLastPara="1" rIns="91425" wrap="square" tIns="45700">
            <a:noAutofit/>
          </a:bodyPr>
          <a:lstStyle>
            <a:lvl1pPr lvl="0" rtl="1" algn="l">
              <a:lnSpc>
                <a:spcPct val="100000"/>
              </a:lnSpc>
              <a:spcBef>
                <a:spcPts val="0"/>
              </a:spcBef>
              <a:spcAft>
                <a:spcPts val="0"/>
              </a:spcAft>
              <a:buClr>
                <a:schemeClr val="lt2"/>
              </a:buClr>
              <a:buSzPts val="4000"/>
              <a:buFont typeface="Century Gothic"/>
              <a:buNone/>
              <a:defRPr b="0" sz="4000" cap="none"/>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191" name="Google Shape;191;p74"/>
          <p:cNvSpPr txBox="1"/>
          <p:nvPr>
            <p:ph idx="1" type="body"/>
          </p:nvPr>
        </p:nvSpPr>
        <p:spPr>
          <a:xfrm>
            <a:off x="1154954" y="5024967"/>
            <a:ext cx="8825659" cy="860400"/>
          </a:xfrm>
          <a:prstGeom prst="rect">
            <a:avLst/>
          </a:prstGeom>
          <a:noFill/>
          <a:ln>
            <a:noFill/>
          </a:ln>
        </p:spPr>
        <p:txBody>
          <a:bodyPr anchorCtr="0" anchor="t" bIns="45700" lIns="91425" spcFirstLastPara="1" rIns="91425" wrap="square" tIns="45700">
            <a:normAutofit/>
          </a:bodyPr>
          <a:lstStyle>
            <a:lvl1pPr indent="-228600" lvl="0" marL="457200" rtl="1" algn="l">
              <a:lnSpc>
                <a:spcPct val="100000"/>
              </a:lnSpc>
              <a:spcBef>
                <a:spcPts val="1000"/>
              </a:spcBef>
              <a:spcAft>
                <a:spcPts val="0"/>
              </a:spcAft>
              <a:buSzPts val="1600"/>
              <a:buNone/>
              <a:defRPr sz="2000" cap="none">
                <a:solidFill>
                  <a:srgbClr val="EE52A4"/>
                </a:solidFill>
              </a:defRPr>
            </a:lvl1pPr>
            <a:lvl2pPr indent="-228600" lvl="1" marL="914400" rtl="1" algn="r">
              <a:lnSpc>
                <a:spcPct val="100000"/>
              </a:lnSpc>
              <a:spcBef>
                <a:spcPts val="1000"/>
              </a:spcBef>
              <a:spcAft>
                <a:spcPts val="0"/>
              </a:spcAft>
              <a:buSzPts val="1440"/>
              <a:buNone/>
              <a:defRPr sz="1800">
                <a:solidFill>
                  <a:srgbClr val="888888"/>
                </a:solidFill>
              </a:defRPr>
            </a:lvl2pPr>
            <a:lvl3pPr indent="-228600" lvl="2" marL="1371600" rtl="1" algn="r">
              <a:lnSpc>
                <a:spcPct val="100000"/>
              </a:lnSpc>
              <a:spcBef>
                <a:spcPts val="1000"/>
              </a:spcBef>
              <a:spcAft>
                <a:spcPts val="0"/>
              </a:spcAft>
              <a:buSzPts val="1280"/>
              <a:buNone/>
              <a:defRPr sz="1600">
                <a:solidFill>
                  <a:srgbClr val="888888"/>
                </a:solidFill>
              </a:defRPr>
            </a:lvl3pPr>
            <a:lvl4pPr indent="-228600" lvl="3" marL="1828800" rtl="1" algn="r">
              <a:lnSpc>
                <a:spcPct val="100000"/>
              </a:lnSpc>
              <a:spcBef>
                <a:spcPts val="1000"/>
              </a:spcBef>
              <a:spcAft>
                <a:spcPts val="0"/>
              </a:spcAft>
              <a:buSzPts val="1120"/>
              <a:buNone/>
              <a:defRPr sz="1400">
                <a:solidFill>
                  <a:srgbClr val="888888"/>
                </a:solidFill>
              </a:defRPr>
            </a:lvl4pPr>
            <a:lvl5pPr indent="-228600" lvl="4" marL="2286000" rtl="1" algn="r">
              <a:lnSpc>
                <a:spcPct val="100000"/>
              </a:lnSpc>
              <a:spcBef>
                <a:spcPts val="1000"/>
              </a:spcBef>
              <a:spcAft>
                <a:spcPts val="0"/>
              </a:spcAft>
              <a:buSzPts val="1120"/>
              <a:buNone/>
              <a:defRPr sz="1400">
                <a:solidFill>
                  <a:srgbClr val="888888"/>
                </a:solidFill>
              </a:defRPr>
            </a:lvl5pPr>
            <a:lvl6pPr indent="-228600" lvl="5" marL="2743200" rtl="1" algn="r">
              <a:lnSpc>
                <a:spcPct val="100000"/>
              </a:lnSpc>
              <a:spcBef>
                <a:spcPts val="1000"/>
              </a:spcBef>
              <a:spcAft>
                <a:spcPts val="0"/>
              </a:spcAft>
              <a:buSzPts val="1120"/>
              <a:buNone/>
              <a:defRPr sz="1400">
                <a:solidFill>
                  <a:srgbClr val="888888"/>
                </a:solidFill>
              </a:defRPr>
            </a:lvl6pPr>
            <a:lvl7pPr indent="-228600" lvl="6" marL="3200400" rtl="1" algn="r">
              <a:lnSpc>
                <a:spcPct val="100000"/>
              </a:lnSpc>
              <a:spcBef>
                <a:spcPts val="1000"/>
              </a:spcBef>
              <a:spcAft>
                <a:spcPts val="0"/>
              </a:spcAft>
              <a:buSzPts val="1120"/>
              <a:buNone/>
              <a:defRPr sz="1400">
                <a:solidFill>
                  <a:srgbClr val="888888"/>
                </a:solidFill>
              </a:defRPr>
            </a:lvl7pPr>
            <a:lvl8pPr indent="-228600" lvl="7" marL="3657600" rtl="1" algn="r">
              <a:lnSpc>
                <a:spcPct val="100000"/>
              </a:lnSpc>
              <a:spcBef>
                <a:spcPts val="1000"/>
              </a:spcBef>
              <a:spcAft>
                <a:spcPts val="0"/>
              </a:spcAft>
              <a:buSzPts val="1120"/>
              <a:buNone/>
              <a:defRPr sz="1400">
                <a:solidFill>
                  <a:srgbClr val="888888"/>
                </a:solidFill>
              </a:defRPr>
            </a:lvl8pPr>
            <a:lvl9pPr indent="-228600" lvl="8" marL="4114800" rtl="1" algn="r">
              <a:lnSpc>
                <a:spcPct val="100000"/>
              </a:lnSpc>
              <a:spcBef>
                <a:spcPts val="1000"/>
              </a:spcBef>
              <a:spcAft>
                <a:spcPts val="0"/>
              </a:spcAft>
              <a:buSzPts val="1120"/>
              <a:buNone/>
              <a:defRPr sz="1400">
                <a:solidFill>
                  <a:srgbClr val="888888"/>
                </a:solidFill>
              </a:defRPr>
            </a:lvl9pPr>
          </a:lstStyle>
          <a:p/>
        </p:txBody>
      </p:sp>
      <p:sp>
        <p:nvSpPr>
          <p:cNvPr id="192" name="Google Shape;192;p7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7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74"/>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7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עמודות">
  <p:cSld name="3 עמודות">
    <p:spTree>
      <p:nvGrpSpPr>
        <p:cNvPr id="196" name="Shape 196"/>
        <p:cNvGrpSpPr/>
        <p:nvPr/>
      </p:nvGrpSpPr>
      <p:grpSpPr>
        <a:xfrm>
          <a:off x="0" y="0"/>
          <a:ext cx="0" cy="0"/>
          <a:chOff x="0" y="0"/>
          <a:chExt cx="0" cy="0"/>
        </a:xfrm>
      </p:grpSpPr>
      <p:sp>
        <p:nvSpPr>
          <p:cNvPr id="197" name="Google Shape;197;p75"/>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3600"/>
              <a:buFont typeface="Century Gothic"/>
              <a:buNone/>
              <a:defRPr sz="3600"/>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198" name="Google Shape;198;p75"/>
          <p:cNvSpPr txBox="1"/>
          <p:nvPr>
            <p:ph idx="1" type="body"/>
          </p:nvPr>
        </p:nvSpPr>
        <p:spPr>
          <a:xfrm>
            <a:off x="1154954" y="2603502"/>
            <a:ext cx="3141878" cy="576262"/>
          </a:xfrm>
          <a:prstGeom prst="rect">
            <a:avLst/>
          </a:prstGeom>
          <a:noFill/>
          <a:ln>
            <a:noFill/>
          </a:ln>
        </p:spPr>
        <p:txBody>
          <a:bodyPr anchorCtr="0" anchor="b" bIns="45700" lIns="91425" spcFirstLastPara="1" rIns="91425" wrap="square" tIns="45700">
            <a:noAutofit/>
          </a:bodyPr>
          <a:lstStyle>
            <a:lvl1pPr indent="-228600" lvl="0" marL="457200" rtl="1" algn="r">
              <a:lnSpc>
                <a:spcPct val="100000"/>
              </a:lnSpc>
              <a:spcBef>
                <a:spcPts val="1000"/>
              </a:spcBef>
              <a:spcAft>
                <a:spcPts val="0"/>
              </a:spcAft>
              <a:buSzPts val="1920"/>
              <a:buNone/>
              <a:defRPr b="0" sz="2400">
                <a:solidFill>
                  <a:srgbClr val="EE52A4"/>
                </a:solidFill>
              </a:defRPr>
            </a:lvl1pPr>
            <a:lvl2pPr indent="-228600" lvl="1" marL="914400" rtl="1" algn="r">
              <a:lnSpc>
                <a:spcPct val="100000"/>
              </a:lnSpc>
              <a:spcBef>
                <a:spcPts val="1000"/>
              </a:spcBef>
              <a:spcAft>
                <a:spcPts val="0"/>
              </a:spcAft>
              <a:buSzPts val="1600"/>
              <a:buNone/>
              <a:defRPr b="1" sz="2000"/>
            </a:lvl2pPr>
            <a:lvl3pPr indent="-228600" lvl="2" marL="1371600" rtl="1" algn="r">
              <a:lnSpc>
                <a:spcPct val="100000"/>
              </a:lnSpc>
              <a:spcBef>
                <a:spcPts val="1000"/>
              </a:spcBef>
              <a:spcAft>
                <a:spcPts val="0"/>
              </a:spcAft>
              <a:buSzPts val="1440"/>
              <a:buNone/>
              <a:defRPr b="1" sz="1800"/>
            </a:lvl3pPr>
            <a:lvl4pPr indent="-228600" lvl="3" marL="1828800" rtl="1" algn="r">
              <a:lnSpc>
                <a:spcPct val="100000"/>
              </a:lnSpc>
              <a:spcBef>
                <a:spcPts val="1000"/>
              </a:spcBef>
              <a:spcAft>
                <a:spcPts val="0"/>
              </a:spcAft>
              <a:buSzPts val="1280"/>
              <a:buNone/>
              <a:defRPr b="1" sz="1600"/>
            </a:lvl4pPr>
            <a:lvl5pPr indent="-228600" lvl="4" marL="2286000" rtl="1" algn="r">
              <a:lnSpc>
                <a:spcPct val="100000"/>
              </a:lnSpc>
              <a:spcBef>
                <a:spcPts val="1000"/>
              </a:spcBef>
              <a:spcAft>
                <a:spcPts val="0"/>
              </a:spcAft>
              <a:buSzPts val="1280"/>
              <a:buNone/>
              <a:defRPr b="1" sz="1600"/>
            </a:lvl5pPr>
            <a:lvl6pPr indent="-228600" lvl="5" marL="2743200" rtl="1" algn="r">
              <a:lnSpc>
                <a:spcPct val="100000"/>
              </a:lnSpc>
              <a:spcBef>
                <a:spcPts val="1000"/>
              </a:spcBef>
              <a:spcAft>
                <a:spcPts val="0"/>
              </a:spcAft>
              <a:buSzPts val="1280"/>
              <a:buNone/>
              <a:defRPr b="1" sz="1600"/>
            </a:lvl6pPr>
            <a:lvl7pPr indent="-228600" lvl="6" marL="3200400" rtl="1" algn="r">
              <a:lnSpc>
                <a:spcPct val="100000"/>
              </a:lnSpc>
              <a:spcBef>
                <a:spcPts val="1000"/>
              </a:spcBef>
              <a:spcAft>
                <a:spcPts val="0"/>
              </a:spcAft>
              <a:buSzPts val="1280"/>
              <a:buNone/>
              <a:defRPr b="1" sz="1600"/>
            </a:lvl7pPr>
            <a:lvl8pPr indent="-228600" lvl="7" marL="3657600" rtl="1" algn="r">
              <a:lnSpc>
                <a:spcPct val="100000"/>
              </a:lnSpc>
              <a:spcBef>
                <a:spcPts val="1000"/>
              </a:spcBef>
              <a:spcAft>
                <a:spcPts val="0"/>
              </a:spcAft>
              <a:buSzPts val="1280"/>
              <a:buNone/>
              <a:defRPr b="1" sz="1600"/>
            </a:lvl8pPr>
            <a:lvl9pPr indent="-228600" lvl="8" marL="4114800" rtl="1" algn="r">
              <a:lnSpc>
                <a:spcPct val="100000"/>
              </a:lnSpc>
              <a:spcBef>
                <a:spcPts val="1000"/>
              </a:spcBef>
              <a:spcAft>
                <a:spcPts val="0"/>
              </a:spcAft>
              <a:buSzPts val="1280"/>
              <a:buNone/>
              <a:defRPr b="1" sz="1600"/>
            </a:lvl9pPr>
          </a:lstStyle>
          <a:p/>
        </p:txBody>
      </p:sp>
      <p:sp>
        <p:nvSpPr>
          <p:cNvPr id="199" name="Google Shape;199;p75"/>
          <p:cNvSpPr txBox="1"/>
          <p:nvPr>
            <p:ph idx="2" type="body"/>
          </p:nvPr>
        </p:nvSpPr>
        <p:spPr>
          <a:xfrm>
            <a:off x="1154953" y="3179764"/>
            <a:ext cx="3141879" cy="2847293"/>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1120"/>
              <a:buNone/>
              <a:defRPr sz="1400"/>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200" name="Google Shape;200;p75"/>
          <p:cNvSpPr txBox="1"/>
          <p:nvPr>
            <p:ph idx="3" type="body"/>
          </p:nvPr>
        </p:nvSpPr>
        <p:spPr>
          <a:xfrm>
            <a:off x="4512721" y="2603500"/>
            <a:ext cx="3147009" cy="576262"/>
          </a:xfrm>
          <a:prstGeom prst="rect">
            <a:avLst/>
          </a:prstGeom>
          <a:noFill/>
          <a:ln>
            <a:noFill/>
          </a:ln>
        </p:spPr>
        <p:txBody>
          <a:bodyPr anchorCtr="0" anchor="b" bIns="45700" lIns="91425" spcFirstLastPara="1" rIns="91425" wrap="square" tIns="45700">
            <a:noAutofit/>
          </a:bodyPr>
          <a:lstStyle>
            <a:lvl1pPr indent="-228600" lvl="0" marL="457200" rtl="1" algn="r">
              <a:lnSpc>
                <a:spcPct val="100000"/>
              </a:lnSpc>
              <a:spcBef>
                <a:spcPts val="1000"/>
              </a:spcBef>
              <a:spcAft>
                <a:spcPts val="0"/>
              </a:spcAft>
              <a:buSzPts val="1920"/>
              <a:buNone/>
              <a:defRPr b="0" sz="2400">
                <a:solidFill>
                  <a:srgbClr val="EE52A4"/>
                </a:solidFill>
              </a:defRPr>
            </a:lvl1pPr>
            <a:lvl2pPr indent="-228600" lvl="1" marL="914400" rtl="1" algn="r">
              <a:lnSpc>
                <a:spcPct val="100000"/>
              </a:lnSpc>
              <a:spcBef>
                <a:spcPts val="1000"/>
              </a:spcBef>
              <a:spcAft>
                <a:spcPts val="0"/>
              </a:spcAft>
              <a:buSzPts val="1600"/>
              <a:buNone/>
              <a:defRPr b="1" sz="2000"/>
            </a:lvl2pPr>
            <a:lvl3pPr indent="-228600" lvl="2" marL="1371600" rtl="1" algn="r">
              <a:lnSpc>
                <a:spcPct val="100000"/>
              </a:lnSpc>
              <a:spcBef>
                <a:spcPts val="1000"/>
              </a:spcBef>
              <a:spcAft>
                <a:spcPts val="0"/>
              </a:spcAft>
              <a:buSzPts val="1440"/>
              <a:buNone/>
              <a:defRPr b="1" sz="1800"/>
            </a:lvl3pPr>
            <a:lvl4pPr indent="-228600" lvl="3" marL="1828800" rtl="1" algn="r">
              <a:lnSpc>
                <a:spcPct val="100000"/>
              </a:lnSpc>
              <a:spcBef>
                <a:spcPts val="1000"/>
              </a:spcBef>
              <a:spcAft>
                <a:spcPts val="0"/>
              </a:spcAft>
              <a:buSzPts val="1280"/>
              <a:buNone/>
              <a:defRPr b="1" sz="1600"/>
            </a:lvl4pPr>
            <a:lvl5pPr indent="-228600" lvl="4" marL="2286000" rtl="1" algn="r">
              <a:lnSpc>
                <a:spcPct val="100000"/>
              </a:lnSpc>
              <a:spcBef>
                <a:spcPts val="1000"/>
              </a:spcBef>
              <a:spcAft>
                <a:spcPts val="0"/>
              </a:spcAft>
              <a:buSzPts val="1280"/>
              <a:buNone/>
              <a:defRPr b="1" sz="1600"/>
            </a:lvl5pPr>
            <a:lvl6pPr indent="-228600" lvl="5" marL="2743200" rtl="1" algn="r">
              <a:lnSpc>
                <a:spcPct val="100000"/>
              </a:lnSpc>
              <a:spcBef>
                <a:spcPts val="1000"/>
              </a:spcBef>
              <a:spcAft>
                <a:spcPts val="0"/>
              </a:spcAft>
              <a:buSzPts val="1280"/>
              <a:buNone/>
              <a:defRPr b="1" sz="1600"/>
            </a:lvl6pPr>
            <a:lvl7pPr indent="-228600" lvl="6" marL="3200400" rtl="1" algn="r">
              <a:lnSpc>
                <a:spcPct val="100000"/>
              </a:lnSpc>
              <a:spcBef>
                <a:spcPts val="1000"/>
              </a:spcBef>
              <a:spcAft>
                <a:spcPts val="0"/>
              </a:spcAft>
              <a:buSzPts val="1280"/>
              <a:buNone/>
              <a:defRPr b="1" sz="1600"/>
            </a:lvl7pPr>
            <a:lvl8pPr indent="-228600" lvl="7" marL="3657600" rtl="1" algn="r">
              <a:lnSpc>
                <a:spcPct val="100000"/>
              </a:lnSpc>
              <a:spcBef>
                <a:spcPts val="1000"/>
              </a:spcBef>
              <a:spcAft>
                <a:spcPts val="0"/>
              </a:spcAft>
              <a:buSzPts val="1280"/>
              <a:buNone/>
              <a:defRPr b="1" sz="1600"/>
            </a:lvl8pPr>
            <a:lvl9pPr indent="-228600" lvl="8" marL="4114800" rtl="1" algn="r">
              <a:lnSpc>
                <a:spcPct val="100000"/>
              </a:lnSpc>
              <a:spcBef>
                <a:spcPts val="1000"/>
              </a:spcBef>
              <a:spcAft>
                <a:spcPts val="0"/>
              </a:spcAft>
              <a:buSzPts val="1280"/>
              <a:buNone/>
              <a:defRPr b="1" sz="1600"/>
            </a:lvl9pPr>
          </a:lstStyle>
          <a:p/>
        </p:txBody>
      </p:sp>
      <p:sp>
        <p:nvSpPr>
          <p:cNvPr id="201" name="Google Shape;201;p75"/>
          <p:cNvSpPr txBox="1"/>
          <p:nvPr>
            <p:ph idx="4" type="body"/>
          </p:nvPr>
        </p:nvSpPr>
        <p:spPr>
          <a:xfrm>
            <a:off x="4512721" y="3179763"/>
            <a:ext cx="3147009" cy="2847293"/>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1120"/>
              <a:buNone/>
              <a:defRPr sz="1400"/>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202" name="Google Shape;202;p75"/>
          <p:cNvSpPr txBox="1"/>
          <p:nvPr>
            <p:ph idx="5" type="body"/>
          </p:nvPr>
        </p:nvSpPr>
        <p:spPr>
          <a:xfrm>
            <a:off x="7888135" y="2603501"/>
            <a:ext cx="3145730" cy="576262"/>
          </a:xfrm>
          <a:prstGeom prst="rect">
            <a:avLst/>
          </a:prstGeom>
          <a:noFill/>
          <a:ln>
            <a:noFill/>
          </a:ln>
        </p:spPr>
        <p:txBody>
          <a:bodyPr anchorCtr="0" anchor="b" bIns="45700" lIns="91425" spcFirstLastPara="1" rIns="91425" wrap="square" tIns="45700">
            <a:noAutofit/>
          </a:bodyPr>
          <a:lstStyle>
            <a:lvl1pPr indent="-228600" lvl="0" marL="457200" rtl="1" algn="r">
              <a:lnSpc>
                <a:spcPct val="100000"/>
              </a:lnSpc>
              <a:spcBef>
                <a:spcPts val="1000"/>
              </a:spcBef>
              <a:spcAft>
                <a:spcPts val="0"/>
              </a:spcAft>
              <a:buSzPts val="1920"/>
              <a:buNone/>
              <a:defRPr b="0" sz="2400">
                <a:solidFill>
                  <a:srgbClr val="EE52A4"/>
                </a:solidFill>
              </a:defRPr>
            </a:lvl1pPr>
            <a:lvl2pPr indent="-228600" lvl="1" marL="914400" rtl="1" algn="r">
              <a:lnSpc>
                <a:spcPct val="100000"/>
              </a:lnSpc>
              <a:spcBef>
                <a:spcPts val="1000"/>
              </a:spcBef>
              <a:spcAft>
                <a:spcPts val="0"/>
              </a:spcAft>
              <a:buSzPts val="1600"/>
              <a:buNone/>
              <a:defRPr b="1" sz="2000"/>
            </a:lvl2pPr>
            <a:lvl3pPr indent="-228600" lvl="2" marL="1371600" rtl="1" algn="r">
              <a:lnSpc>
                <a:spcPct val="100000"/>
              </a:lnSpc>
              <a:spcBef>
                <a:spcPts val="1000"/>
              </a:spcBef>
              <a:spcAft>
                <a:spcPts val="0"/>
              </a:spcAft>
              <a:buSzPts val="1440"/>
              <a:buNone/>
              <a:defRPr b="1" sz="1800"/>
            </a:lvl3pPr>
            <a:lvl4pPr indent="-228600" lvl="3" marL="1828800" rtl="1" algn="r">
              <a:lnSpc>
                <a:spcPct val="100000"/>
              </a:lnSpc>
              <a:spcBef>
                <a:spcPts val="1000"/>
              </a:spcBef>
              <a:spcAft>
                <a:spcPts val="0"/>
              </a:spcAft>
              <a:buSzPts val="1280"/>
              <a:buNone/>
              <a:defRPr b="1" sz="1600"/>
            </a:lvl4pPr>
            <a:lvl5pPr indent="-228600" lvl="4" marL="2286000" rtl="1" algn="r">
              <a:lnSpc>
                <a:spcPct val="100000"/>
              </a:lnSpc>
              <a:spcBef>
                <a:spcPts val="1000"/>
              </a:spcBef>
              <a:spcAft>
                <a:spcPts val="0"/>
              </a:spcAft>
              <a:buSzPts val="1280"/>
              <a:buNone/>
              <a:defRPr b="1" sz="1600"/>
            </a:lvl5pPr>
            <a:lvl6pPr indent="-228600" lvl="5" marL="2743200" rtl="1" algn="r">
              <a:lnSpc>
                <a:spcPct val="100000"/>
              </a:lnSpc>
              <a:spcBef>
                <a:spcPts val="1000"/>
              </a:spcBef>
              <a:spcAft>
                <a:spcPts val="0"/>
              </a:spcAft>
              <a:buSzPts val="1280"/>
              <a:buNone/>
              <a:defRPr b="1" sz="1600"/>
            </a:lvl6pPr>
            <a:lvl7pPr indent="-228600" lvl="6" marL="3200400" rtl="1" algn="r">
              <a:lnSpc>
                <a:spcPct val="100000"/>
              </a:lnSpc>
              <a:spcBef>
                <a:spcPts val="1000"/>
              </a:spcBef>
              <a:spcAft>
                <a:spcPts val="0"/>
              </a:spcAft>
              <a:buSzPts val="1280"/>
              <a:buNone/>
              <a:defRPr b="1" sz="1600"/>
            </a:lvl7pPr>
            <a:lvl8pPr indent="-228600" lvl="7" marL="3657600" rtl="1" algn="r">
              <a:lnSpc>
                <a:spcPct val="100000"/>
              </a:lnSpc>
              <a:spcBef>
                <a:spcPts val="1000"/>
              </a:spcBef>
              <a:spcAft>
                <a:spcPts val="0"/>
              </a:spcAft>
              <a:buSzPts val="1280"/>
              <a:buNone/>
              <a:defRPr b="1" sz="1600"/>
            </a:lvl8pPr>
            <a:lvl9pPr indent="-228600" lvl="8" marL="4114800" rtl="1" algn="r">
              <a:lnSpc>
                <a:spcPct val="100000"/>
              </a:lnSpc>
              <a:spcBef>
                <a:spcPts val="1000"/>
              </a:spcBef>
              <a:spcAft>
                <a:spcPts val="0"/>
              </a:spcAft>
              <a:buSzPts val="1280"/>
              <a:buNone/>
              <a:defRPr b="1" sz="1600"/>
            </a:lvl9pPr>
          </a:lstStyle>
          <a:p/>
        </p:txBody>
      </p:sp>
      <p:sp>
        <p:nvSpPr>
          <p:cNvPr id="203" name="Google Shape;203;p75"/>
          <p:cNvSpPr txBox="1"/>
          <p:nvPr>
            <p:ph idx="6" type="body"/>
          </p:nvPr>
        </p:nvSpPr>
        <p:spPr>
          <a:xfrm>
            <a:off x="7888329" y="3179762"/>
            <a:ext cx="3145536" cy="2847293"/>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1120"/>
              <a:buNone/>
              <a:defRPr sz="1400"/>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cxnSp>
        <p:nvCxnSpPr>
          <p:cNvPr id="204" name="Google Shape;204;p75"/>
          <p:cNvCxnSpPr/>
          <p:nvPr/>
        </p:nvCxnSpPr>
        <p:spPr>
          <a:xfrm>
            <a:off x="440397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05" name="Google Shape;205;p75"/>
          <p:cNvCxnSpPr/>
          <p:nvPr/>
        </p:nvCxnSpPr>
        <p:spPr>
          <a:xfrm>
            <a:off x="777240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06" name="Google Shape;206;p7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7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7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עמודת 3 תמונות">
  <p:cSld name="עמודת 3 תמונות">
    <p:spTree>
      <p:nvGrpSpPr>
        <p:cNvPr id="209" name="Shape 209"/>
        <p:cNvGrpSpPr/>
        <p:nvPr/>
      </p:nvGrpSpPr>
      <p:grpSpPr>
        <a:xfrm>
          <a:off x="0" y="0"/>
          <a:ext cx="0" cy="0"/>
          <a:chOff x="0" y="0"/>
          <a:chExt cx="0" cy="0"/>
        </a:xfrm>
      </p:grpSpPr>
      <p:sp>
        <p:nvSpPr>
          <p:cNvPr id="210" name="Google Shape;210;p76"/>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3600"/>
              <a:buFont typeface="Century Gothic"/>
              <a:buNone/>
              <a:defRPr sz="3600"/>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211" name="Google Shape;211;p76"/>
          <p:cNvSpPr txBox="1"/>
          <p:nvPr>
            <p:ph idx="1" type="body"/>
          </p:nvPr>
        </p:nvSpPr>
        <p:spPr>
          <a:xfrm>
            <a:off x="1154954" y="4532844"/>
            <a:ext cx="3050438" cy="576262"/>
          </a:xfrm>
          <a:prstGeom prst="rect">
            <a:avLst/>
          </a:prstGeom>
          <a:noFill/>
          <a:ln>
            <a:noFill/>
          </a:ln>
        </p:spPr>
        <p:txBody>
          <a:bodyPr anchorCtr="0" anchor="b" bIns="45700" lIns="91425" spcFirstLastPara="1" rIns="91425" wrap="square" tIns="45700">
            <a:noAutofit/>
          </a:bodyPr>
          <a:lstStyle>
            <a:lvl1pPr indent="-228600" lvl="0" marL="457200" rtl="1" algn="r">
              <a:lnSpc>
                <a:spcPct val="100000"/>
              </a:lnSpc>
              <a:spcBef>
                <a:spcPts val="1000"/>
              </a:spcBef>
              <a:spcAft>
                <a:spcPts val="0"/>
              </a:spcAft>
              <a:buSzPts val="1920"/>
              <a:buNone/>
              <a:defRPr b="0" sz="2400">
                <a:solidFill>
                  <a:srgbClr val="EE52A4"/>
                </a:solidFill>
              </a:defRPr>
            </a:lvl1pPr>
            <a:lvl2pPr indent="-228600" lvl="1" marL="914400" rtl="1" algn="r">
              <a:lnSpc>
                <a:spcPct val="100000"/>
              </a:lnSpc>
              <a:spcBef>
                <a:spcPts val="1000"/>
              </a:spcBef>
              <a:spcAft>
                <a:spcPts val="0"/>
              </a:spcAft>
              <a:buSzPts val="1600"/>
              <a:buNone/>
              <a:defRPr b="1" sz="2000"/>
            </a:lvl2pPr>
            <a:lvl3pPr indent="-228600" lvl="2" marL="1371600" rtl="1" algn="r">
              <a:lnSpc>
                <a:spcPct val="100000"/>
              </a:lnSpc>
              <a:spcBef>
                <a:spcPts val="1000"/>
              </a:spcBef>
              <a:spcAft>
                <a:spcPts val="0"/>
              </a:spcAft>
              <a:buSzPts val="1440"/>
              <a:buNone/>
              <a:defRPr b="1" sz="1800"/>
            </a:lvl3pPr>
            <a:lvl4pPr indent="-228600" lvl="3" marL="1828800" rtl="1" algn="r">
              <a:lnSpc>
                <a:spcPct val="100000"/>
              </a:lnSpc>
              <a:spcBef>
                <a:spcPts val="1000"/>
              </a:spcBef>
              <a:spcAft>
                <a:spcPts val="0"/>
              </a:spcAft>
              <a:buSzPts val="1280"/>
              <a:buNone/>
              <a:defRPr b="1" sz="1600"/>
            </a:lvl4pPr>
            <a:lvl5pPr indent="-228600" lvl="4" marL="2286000" rtl="1" algn="r">
              <a:lnSpc>
                <a:spcPct val="100000"/>
              </a:lnSpc>
              <a:spcBef>
                <a:spcPts val="1000"/>
              </a:spcBef>
              <a:spcAft>
                <a:spcPts val="0"/>
              </a:spcAft>
              <a:buSzPts val="1280"/>
              <a:buNone/>
              <a:defRPr b="1" sz="1600"/>
            </a:lvl5pPr>
            <a:lvl6pPr indent="-228600" lvl="5" marL="2743200" rtl="1" algn="r">
              <a:lnSpc>
                <a:spcPct val="100000"/>
              </a:lnSpc>
              <a:spcBef>
                <a:spcPts val="1000"/>
              </a:spcBef>
              <a:spcAft>
                <a:spcPts val="0"/>
              </a:spcAft>
              <a:buSzPts val="1280"/>
              <a:buNone/>
              <a:defRPr b="1" sz="1600"/>
            </a:lvl6pPr>
            <a:lvl7pPr indent="-228600" lvl="6" marL="3200400" rtl="1" algn="r">
              <a:lnSpc>
                <a:spcPct val="100000"/>
              </a:lnSpc>
              <a:spcBef>
                <a:spcPts val="1000"/>
              </a:spcBef>
              <a:spcAft>
                <a:spcPts val="0"/>
              </a:spcAft>
              <a:buSzPts val="1280"/>
              <a:buNone/>
              <a:defRPr b="1" sz="1600"/>
            </a:lvl7pPr>
            <a:lvl8pPr indent="-228600" lvl="7" marL="3657600" rtl="1" algn="r">
              <a:lnSpc>
                <a:spcPct val="100000"/>
              </a:lnSpc>
              <a:spcBef>
                <a:spcPts val="1000"/>
              </a:spcBef>
              <a:spcAft>
                <a:spcPts val="0"/>
              </a:spcAft>
              <a:buSzPts val="1280"/>
              <a:buNone/>
              <a:defRPr b="1" sz="1600"/>
            </a:lvl8pPr>
            <a:lvl9pPr indent="-228600" lvl="8" marL="4114800" rtl="1" algn="r">
              <a:lnSpc>
                <a:spcPct val="100000"/>
              </a:lnSpc>
              <a:spcBef>
                <a:spcPts val="1000"/>
              </a:spcBef>
              <a:spcAft>
                <a:spcPts val="0"/>
              </a:spcAft>
              <a:buSzPts val="1280"/>
              <a:buNone/>
              <a:defRPr b="1" sz="1600"/>
            </a:lvl9pPr>
          </a:lstStyle>
          <a:p/>
        </p:txBody>
      </p:sp>
      <p:sp>
        <p:nvSpPr>
          <p:cNvPr id="212" name="Google Shape;212;p76"/>
          <p:cNvSpPr/>
          <p:nvPr>
            <p:ph idx="2" type="pic"/>
          </p:nvPr>
        </p:nvSpPr>
        <p:spPr>
          <a:xfrm>
            <a:off x="1334553" y="2603500"/>
            <a:ext cx="2691242" cy="1591510"/>
          </a:xfrm>
          <a:prstGeom prst="roundRect">
            <a:avLst>
              <a:gd fmla="val 1858" name="adj"/>
            </a:avLst>
          </a:prstGeom>
          <a:noFill/>
          <a:ln>
            <a:noFill/>
          </a:ln>
          <a:effectLst>
            <a:outerShdw blurRad="50800" rotWithShape="0" algn="tl" dir="5400000" dist="50800">
              <a:srgbClr val="000000">
                <a:alpha val="42352"/>
              </a:srgbClr>
            </a:outerShdw>
          </a:effectLst>
        </p:spPr>
      </p:sp>
      <p:sp>
        <p:nvSpPr>
          <p:cNvPr id="213" name="Google Shape;213;p76"/>
          <p:cNvSpPr txBox="1"/>
          <p:nvPr>
            <p:ph idx="3" type="body"/>
          </p:nvPr>
        </p:nvSpPr>
        <p:spPr>
          <a:xfrm>
            <a:off x="1154954" y="5109106"/>
            <a:ext cx="3050438" cy="917952"/>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1120"/>
              <a:buNone/>
              <a:defRPr sz="1400"/>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214" name="Google Shape;214;p76"/>
          <p:cNvSpPr txBox="1"/>
          <p:nvPr>
            <p:ph idx="4" type="body"/>
          </p:nvPr>
        </p:nvSpPr>
        <p:spPr>
          <a:xfrm>
            <a:off x="4568865" y="4532844"/>
            <a:ext cx="3050438" cy="576263"/>
          </a:xfrm>
          <a:prstGeom prst="rect">
            <a:avLst/>
          </a:prstGeom>
          <a:noFill/>
          <a:ln>
            <a:noFill/>
          </a:ln>
        </p:spPr>
        <p:txBody>
          <a:bodyPr anchorCtr="0" anchor="b" bIns="45700" lIns="91425" spcFirstLastPara="1" rIns="91425" wrap="square" tIns="45700">
            <a:noAutofit/>
          </a:bodyPr>
          <a:lstStyle>
            <a:lvl1pPr indent="-228600" lvl="0" marL="457200" rtl="1" algn="r">
              <a:lnSpc>
                <a:spcPct val="100000"/>
              </a:lnSpc>
              <a:spcBef>
                <a:spcPts val="1000"/>
              </a:spcBef>
              <a:spcAft>
                <a:spcPts val="0"/>
              </a:spcAft>
              <a:buSzPts val="1920"/>
              <a:buNone/>
              <a:defRPr b="0" sz="2400">
                <a:solidFill>
                  <a:srgbClr val="EE52A4"/>
                </a:solidFill>
              </a:defRPr>
            </a:lvl1pPr>
            <a:lvl2pPr indent="-228600" lvl="1" marL="914400" rtl="1" algn="r">
              <a:lnSpc>
                <a:spcPct val="100000"/>
              </a:lnSpc>
              <a:spcBef>
                <a:spcPts val="1000"/>
              </a:spcBef>
              <a:spcAft>
                <a:spcPts val="0"/>
              </a:spcAft>
              <a:buSzPts val="1600"/>
              <a:buNone/>
              <a:defRPr b="1" sz="2000"/>
            </a:lvl2pPr>
            <a:lvl3pPr indent="-228600" lvl="2" marL="1371600" rtl="1" algn="r">
              <a:lnSpc>
                <a:spcPct val="100000"/>
              </a:lnSpc>
              <a:spcBef>
                <a:spcPts val="1000"/>
              </a:spcBef>
              <a:spcAft>
                <a:spcPts val="0"/>
              </a:spcAft>
              <a:buSzPts val="1440"/>
              <a:buNone/>
              <a:defRPr b="1" sz="1800"/>
            </a:lvl3pPr>
            <a:lvl4pPr indent="-228600" lvl="3" marL="1828800" rtl="1" algn="r">
              <a:lnSpc>
                <a:spcPct val="100000"/>
              </a:lnSpc>
              <a:spcBef>
                <a:spcPts val="1000"/>
              </a:spcBef>
              <a:spcAft>
                <a:spcPts val="0"/>
              </a:spcAft>
              <a:buSzPts val="1280"/>
              <a:buNone/>
              <a:defRPr b="1" sz="1600"/>
            </a:lvl4pPr>
            <a:lvl5pPr indent="-228600" lvl="4" marL="2286000" rtl="1" algn="r">
              <a:lnSpc>
                <a:spcPct val="100000"/>
              </a:lnSpc>
              <a:spcBef>
                <a:spcPts val="1000"/>
              </a:spcBef>
              <a:spcAft>
                <a:spcPts val="0"/>
              </a:spcAft>
              <a:buSzPts val="1280"/>
              <a:buNone/>
              <a:defRPr b="1" sz="1600"/>
            </a:lvl5pPr>
            <a:lvl6pPr indent="-228600" lvl="5" marL="2743200" rtl="1" algn="r">
              <a:lnSpc>
                <a:spcPct val="100000"/>
              </a:lnSpc>
              <a:spcBef>
                <a:spcPts val="1000"/>
              </a:spcBef>
              <a:spcAft>
                <a:spcPts val="0"/>
              </a:spcAft>
              <a:buSzPts val="1280"/>
              <a:buNone/>
              <a:defRPr b="1" sz="1600"/>
            </a:lvl6pPr>
            <a:lvl7pPr indent="-228600" lvl="6" marL="3200400" rtl="1" algn="r">
              <a:lnSpc>
                <a:spcPct val="100000"/>
              </a:lnSpc>
              <a:spcBef>
                <a:spcPts val="1000"/>
              </a:spcBef>
              <a:spcAft>
                <a:spcPts val="0"/>
              </a:spcAft>
              <a:buSzPts val="1280"/>
              <a:buNone/>
              <a:defRPr b="1" sz="1600"/>
            </a:lvl7pPr>
            <a:lvl8pPr indent="-228600" lvl="7" marL="3657600" rtl="1" algn="r">
              <a:lnSpc>
                <a:spcPct val="100000"/>
              </a:lnSpc>
              <a:spcBef>
                <a:spcPts val="1000"/>
              </a:spcBef>
              <a:spcAft>
                <a:spcPts val="0"/>
              </a:spcAft>
              <a:buSzPts val="1280"/>
              <a:buNone/>
              <a:defRPr b="1" sz="1600"/>
            </a:lvl8pPr>
            <a:lvl9pPr indent="-228600" lvl="8" marL="4114800" rtl="1" algn="r">
              <a:lnSpc>
                <a:spcPct val="100000"/>
              </a:lnSpc>
              <a:spcBef>
                <a:spcPts val="1000"/>
              </a:spcBef>
              <a:spcAft>
                <a:spcPts val="0"/>
              </a:spcAft>
              <a:buSzPts val="1280"/>
              <a:buNone/>
              <a:defRPr b="1" sz="1600"/>
            </a:lvl9pPr>
          </a:lstStyle>
          <a:p/>
        </p:txBody>
      </p:sp>
      <p:sp>
        <p:nvSpPr>
          <p:cNvPr id="215" name="Google Shape;215;p76"/>
          <p:cNvSpPr/>
          <p:nvPr>
            <p:ph idx="5" type="pic"/>
          </p:nvPr>
        </p:nvSpPr>
        <p:spPr>
          <a:xfrm>
            <a:off x="4748462" y="2603500"/>
            <a:ext cx="2691243" cy="1591510"/>
          </a:xfrm>
          <a:prstGeom prst="roundRect">
            <a:avLst>
              <a:gd fmla="val 1858" name="adj"/>
            </a:avLst>
          </a:prstGeom>
          <a:noFill/>
          <a:ln>
            <a:noFill/>
          </a:ln>
          <a:effectLst>
            <a:outerShdw blurRad="50800" rotWithShape="0" algn="tl" dir="5400000" dist="50800">
              <a:srgbClr val="000000">
                <a:alpha val="42352"/>
              </a:srgbClr>
            </a:outerShdw>
          </a:effectLst>
        </p:spPr>
      </p:sp>
      <p:sp>
        <p:nvSpPr>
          <p:cNvPr id="216" name="Google Shape;216;p76"/>
          <p:cNvSpPr txBox="1"/>
          <p:nvPr>
            <p:ph idx="6" type="body"/>
          </p:nvPr>
        </p:nvSpPr>
        <p:spPr>
          <a:xfrm>
            <a:off x="4570172" y="5109105"/>
            <a:ext cx="3050438" cy="917952"/>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1120"/>
              <a:buNone/>
              <a:defRPr sz="1400"/>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sp>
        <p:nvSpPr>
          <p:cNvPr id="217" name="Google Shape;217;p76"/>
          <p:cNvSpPr txBox="1"/>
          <p:nvPr>
            <p:ph idx="7" type="body"/>
          </p:nvPr>
        </p:nvSpPr>
        <p:spPr>
          <a:xfrm>
            <a:off x="7982775" y="4532845"/>
            <a:ext cx="3051095" cy="576262"/>
          </a:xfrm>
          <a:prstGeom prst="rect">
            <a:avLst/>
          </a:prstGeom>
          <a:noFill/>
          <a:ln>
            <a:noFill/>
          </a:ln>
        </p:spPr>
        <p:txBody>
          <a:bodyPr anchorCtr="0" anchor="b" bIns="45700" lIns="91425" spcFirstLastPara="1" rIns="91425" wrap="square" tIns="45700">
            <a:noAutofit/>
          </a:bodyPr>
          <a:lstStyle>
            <a:lvl1pPr indent="-228600" lvl="0" marL="457200" rtl="1" algn="r">
              <a:lnSpc>
                <a:spcPct val="100000"/>
              </a:lnSpc>
              <a:spcBef>
                <a:spcPts val="1000"/>
              </a:spcBef>
              <a:spcAft>
                <a:spcPts val="0"/>
              </a:spcAft>
              <a:buSzPts val="1920"/>
              <a:buNone/>
              <a:defRPr b="0" sz="2400">
                <a:solidFill>
                  <a:srgbClr val="EE52A4"/>
                </a:solidFill>
              </a:defRPr>
            </a:lvl1pPr>
            <a:lvl2pPr indent="-228600" lvl="1" marL="914400" rtl="1" algn="r">
              <a:lnSpc>
                <a:spcPct val="100000"/>
              </a:lnSpc>
              <a:spcBef>
                <a:spcPts val="1000"/>
              </a:spcBef>
              <a:spcAft>
                <a:spcPts val="0"/>
              </a:spcAft>
              <a:buSzPts val="1600"/>
              <a:buNone/>
              <a:defRPr b="1" sz="2000"/>
            </a:lvl2pPr>
            <a:lvl3pPr indent="-228600" lvl="2" marL="1371600" rtl="1" algn="r">
              <a:lnSpc>
                <a:spcPct val="100000"/>
              </a:lnSpc>
              <a:spcBef>
                <a:spcPts val="1000"/>
              </a:spcBef>
              <a:spcAft>
                <a:spcPts val="0"/>
              </a:spcAft>
              <a:buSzPts val="1440"/>
              <a:buNone/>
              <a:defRPr b="1" sz="1800"/>
            </a:lvl3pPr>
            <a:lvl4pPr indent="-228600" lvl="3" marL="1828800" rtl="1" algn="r">
              <a:lnSpc>
                <a:spcPct val="100000"/>
              </a:lnSpc>
              <a:spcBef>
                <a:spcPts val="1000"/>
              </a:spcBef>
              <a:spcAft>
                <a:spcPts val="0"/>
              </a:spcAft>
              <a:buSzPts val="1280"/>
              <a:buNone/>
              <a:defRPr b="1" sz="1600"/>
            </a:lvl4pPr>
            <a:lvl5pPr indent="-228600" lvl="4" marL="2286000" rtl="1" algn="r">
              <a:lnSpc>
                <a:spcPct val="100000"/>
              </a:lnSpc>
              <a:spcBef>
                <a:spcPts val="1000"/>
              </a:spcBef>
              <a:spcAft>
                <a:spcPts val="0"/>
              </a:spcAft>
              <a:buSzPts val="1280"/>
              <a:buNone/>
              <a:defRPr b="1" sz="1600"/>
            </a:lvl5pPr>
            <a:lvl6pPr indent="-228600" lvl="5" marL="2743200" rtl="1" algn="r">
              <a:lnSpc>
                <a:spcPct val="100000"/>
              </a:lnSpc>
              <a:spcBef>
                <a:spcPts val="1000"/>
              </a:spcBef>
              <a:spcAft>
                <a:spcPts val="0"/>
              </a:spcAft>
              <a:buSzPts val="1280"/>
              <a:buNone/>
              <a:defRPr b="1" sz="1600"/>
            </a:lvl6pPr>
            <a:lvl7pPr indent="-228600" lvl="6" marL="3200400" rtl="1" algn="r">
              <a:lnSpc>
                <a:spcPct val="100000"/>
              </a:lnSpc>
              <a:spcBef>
                <a:spcPts val="1000"/>
              </a:spcBef>
              <a:spcAft>
                <a:spcPts val="0"/>
              </a:spcAft>
              <a:buSzPts val="1280"/>
              <a:buNone/>
              <a:defRPr b="1" sz="1600"/>
            </a:lvl7pPr>
            <a:lvl8pPr indent="-228600" lvl="7" marL="3657600" rtl="1" algn="r">
              <a:lnSpc>
                <a:spcPct val="100000"/>
              </a:lnSpc>
              <a:spcBef>
                <a:spcPts val="1000"/>
              </a:spcBef>
              <a:spcAft>
                <a:spcPts val="0"/>
              </a:spcAft>
              <a:buSzPts val="1280"/>
              <a:buNone/>
              <a:defRPr b="1" sz="1600"/>
            </a:lvl8pPr>
            <a:lvl9pPr indent="-228600" lvl="8" marL="4114800" rtl="1" algn="r">
              <a:lnSpc>
                <a:spcPct val="100000"/>
              </a:lnSpc>
              <a:spcBef>
                <a:spcPts val="1000"/>
              </a:spcBef>
              <a:spcAft>
                <a:spcPts val="0"/>
              </a:spcAft>
              <a:buSzPts val="1280"/>
              <a:buNone/>
              <a:defRPr b="1" sz="1600"/>
            </a:lvl9pPr>
          </a:lstStyle>
          <a:p/>
        </p:txBody>
      </p:sp>
      <p:sp>
        <p:nvSpPr>
          <p:cNvPr id="218" name="Google Shape;218;p76"/>
          <p:cNvSpPr/>
          <p:nvPr>
            <p:ph idx="8" type="pic"/>
          </p:nvPr>
        </p:nvSpPr>
        <p:spPr>
          <a:xfrm>
            <a:off x="8163031" y="2603500"/>
            <a:ext cx="2691242" cy="1591510"/>
          </a:xfrm>
          <a:prstGeom prst="roundRect">
            <a:avLst>
              <a:gd fmla="val 1858" name="adj"/>
            </a:avLst>
          </a:prstGeom>
          <a:noFill/>
          <a:ln>
            <a:noFill/>
          </a:ln>
          <a:effectLst>
            <a:outerShdw blurRad="50800" rotWithShape="0" algn="tl" dir="5400000" dist="50800">
              <a:srgbClr val="000000">
                <a:alpha val="42352"/>
              </a:srgbClr>
            </a:outerShdw>
          </a:effectLst>
        </p:spPr>
      </p:sp>
      <p:sp>
        <p:nvSpPr>
          <p:cNvPr id="219" name="Google Shape;219;p76"/>
          <p:cNvSpPr txBox="1"/>
          <p:nvPr>
            <p:ph idx="9" type="body"/>
          </p:nvPr>
        </p:nvSpPr>
        <p:spPr>
          <a:xfrm>
            <a:off x="7982775" y="5109104"/>
            <a:ext cx="3051096" cy="917952"/>
          </a:xfrm>
          <a:prstGeom prst="rect">
            <a:avLst/>
          </a:prstGeom>
          <a:noFill/>
          <a:ln>
            <a:noFill/>
          </a:ln>
        </p:spPr>
        <p:txBody>
          <a:bodyPr anchorCtr="0" anchor="t" bIns="45700" lIns="91425" spcFirstLastPara="1" rIns="91425" wrap="square" tIns="45700">
            <a:normAutofit/>
          </a:bodyPr>
          <a:lstStyle>
            <a:lvl1pPr indent="-228600" lvl="0" marL="457200" rtl="1" algn="r">
              <a:lnSpc>
                <a:spcPct val="100000"/>
              </a:lnSpc>
              <a:spcBef>
                <a:spcPts val="1000"/>
              </a:spcBef>
              <a:spcAft>
                <a:spcPts val="0"/>
              </a:spcAft>
              <a:buSzPts val="1120"/>
              <a:buNone/>
              <a:defRPr sz="1400"/>
            </a:lvl1pPr>
            <a:lvl2pPr indent="-228600" lvl="1" marL="914400" rtl="1" algn="r">
              <a:lnSpc>
                <a:spcPct val="100000"/>
              </a:lnSpc>
              <a:spcBef>
                <a:spcPts val="1000"/>
              </a:spcBef>
              <a:spcAft>
                <a:spcPts val="0"/>
              </a:spcAft>
              <a:buSzPts val="960"/>
              <a:buNone/>
              <a:defRPr sz="1200"/>
            </a:lvl2pPr>
            <a:lvl3pPr indent="-228600" lvl="2" marL="1371600" rtl="1" algn="r">
              <a:lnSpc>
                <a:spcPct val="100000"/>
              </a:lnSpc>
              <a:spcBef>
                <a:spcPts val="1000"/>
              </a:spcBef>
              <a:spcAft>
                <a:spcPts val="0"/>
              </a:spcAft>
              <a:buSzPts val="800"/>
              <a:buNone/>
              <a:defRPr sz="1000"/>
            </a:lvl3pPr>
            <a:lvl4pPr indent="-228600" lvl="3" marL="1828800" rtl="1" algn="r">
              <a:lnSpc>
                <a:spcPct val="100000"/>
              </a:lnSpc>
              <a:spcBef>
                <a:spcPts val="1000"/>
              </a:spcBef>
              <a:spcAft>
                <a:spcPts val="0"/>
              </a:spcAft>
              <a:buSzPts val="720"/>
              <a:buNone/>
              <a:defRPr sz="900"/>
            </a:lvl4pPr>
            <a:lvl5pPr indent="-228600" lvl="4" marL="2286000" rtl="1" algn="r">
              <a:lnSpc>
                <a:spcPct val="100000"/>
              </a:lnSpc>
              <a:spcBef>
                <a:spcPts val="1000"/>
              </a:spcBef>
              <a:spcAft>
                <a:spcPts val="0"/>
              </a:spcAft>
              <a:buSzPts val="720"/>
              <a:buNone/>
              <a:defRPr sz="900"/>
            </a:lvl5pPr>
            <a:lvl6pPr indent="-228600" lvl="5" marL="2743200" rtl="1" algn="r">
              <a:lnSpc>
                <a:spcPct val="100000"/>
              </a:lnSpc>
              <a:spcBef>
                <a:spcPts val="1000"/>
              </a:spcBef>
              <a:spcAft>
                <a:spcPts val="0"/>
              </a:spcAft>
              <a:buSzPts val="720"/>
              <a:buNone/>
              <a:defRPr sz="900"/>
            </a:lvl6pPr>
            <a:lvl7pPr indent="-228600" lvl="6" marL="3200400" rtl="1" algn="r">
              <a:lnSpc>
                <a:spcPct val="100000"/>
              </a:lnSpc>
              <a:spcBef>
                <a:spcPts val="1000"/>
              </a:spcBef>
              <a:spcAft>
                <a:spcPts val="0"/>
              </a:spcAft>
              <a:buSzPts val="720"/>
              <a:buNone/>
              <a:defRPr sz="900"/>
            </a:lvl7pPr>
            <a:lvl8pPr indent="-228600" lvl="7" marL="3657600" rtl="1" algn="r">
              <a:lnSpc>
                <a:spcPct val="100000"/>
              </a:lnSpc>
              <a:spcBef>
                <a:spcPts val="1000"/>
              </a:spcBef>
              <a:spcAft>
                <a:spcPts val="0"/>
              </a:spcAft>
              <a:buSzPts val="720"/>
              <a:buNone/>
              <a:defRPr sz="900"/>
            </a:lvl8pPr>
            <a:lvl9pPr indent="-228600" lvl="8" marL="4114800" rtl="1" algn="r">
              <a:lnSpc>
                <a:spcPct val="100000"/>
              </a:lnSpc>
              <a:spcBef>
                <a:spcPts val="1000"/>
              </a:spcBef>
              <a:spcAft>
                <a:spcPts val="0"/>
              </a:spcAft>
              <a:buSzPts val="720"/>
              <a:buNone/>
              <a:defRPr sz="900"/>
            </a:lvl9pPr>
          </a:lstStyle>
          <a:p/>
        </p:txBody>
      </p:sp>
      <p:cxnSp>
        <p:nvCxnSpPr>
          <p:cNvPr id="220" name="Google Shape;220;p76"/>
          <p:cNvCxnSpPr/>
          <p:nvPr/>
        </p:nvCxnSpPr>
        <p:spPr>
          <a:xfrm>
            <a:off x="440583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21" name="Google Shape;221;p76"/>
          <p:cNvCxnSpPr/>
          <p:nvPr/>
        </p:nvCxnSpPr>
        <p:spPr>
          <a:xfrm>
            <a:off x="7797802"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22" name="Google Shape;222;p7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76"/>
          <p:cNvSpPr txBox="1"/>
          <p:nvPr>
            <p:ph idx="11" type="ftr"/>
          </p:nvPr>
        </p:nvSpPr>
        <p:spPr>
          <a:xfrm>
            <a:off x="561111" y="6391838"/>
            <a:ext cx="3644282"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7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טקסט אנכי" type="vertTx">
  <p:cSld name="VERTICAL_TEXT">
    <p:spTree>
      <p:nvGrpSpPr>
        <p:cNvPr id="225" name="Shape 225"/>
        <p:cNvGrpSpPr/>
        <p:nvPr/>
      </p:nvGrpSpPr>
      <p:grpSpPr>
        <a:xfrm>
          <a:off x="0" y="0"/>
          <a:ext cx="0" cy="0"/>
          <a:chOff x="0" y="0"/>
          <a:chExt cx="0" cy="0"/>
        </a:xfrm>
      </p:grpSpPr>
      <p:sp>
        <p:nvSpPr>
          <p:cNvPr id="226" name="Google Shape;226;p77"/>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lt2"/>
              </a:buClr>
              <a:buSzPts val="18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227" name="Google Shape;227;p77"/>
          <p:cNvSpPr txBox="1"/>
          <p:nvPr>
            <p:ph idx="1" type="body"/>
          </p:nvPr>
        </p:nvSpPr>
        <p:spPr>
          <a:xfrm rot="5400000">
            <a:off x="3859634" y="-101179"/>
            <a:ext cx="3416300" cy="8825659"/>
          </a:xfrm>
          <a:prstGeom prst="rect">
            <a:avLst/>
          </a:prstGeom>
          <a:noFill/>
          <a:ln>
            <a:noFill/>
          </a:ln>
        </p:spPr>
        <p:txBody>
          <a:bodyPr anchorCtr="0" anchor="t" bIns="45700" lIns="91425" spcFirstLastPara="1" rIns="91425" wrap="square" tIns="45700">
            <a:normAutofit/>
          </a:bodyPr>
          <a:lstStyle>
            <a:lvl1pPr indent="-320040" lvl="0" marL="457200" rtl="1" algn="r">
              <a:lnSpc>
                <a:spcPct val="100000"/>
              </a:lnSpc>
              <a:spcBef>
                <a:spcPts val="1000"/>
              </a:spcBef>
              <a:spcAft>
                <a:spcPts val="0"/>
              </a:spcAft>
              <a:buSzPts val="1440"/>
              <a:buChar char="►"/>
              <a:defRPr/>
            </a:lvl1pPr>
            <a:lvl2pPr indent="-320040" lvl="1" marL="914400" rtl="1" algn="r">
              <a:lnSpc>
                <a:spcPct val="100000"/>
              </a:lnSpc>
              <a:spcBef>
                <a:spcPts val="1000"/>
              </a:spcBef>
              <a:spcAft>
                <a:spcPts val="0"/>
              </a:spcAft>
              <a:buSzPts val="1440"/>
              <a:buChar char="►"/>
              <a:defRPr/>
            </a:lvl2pPr>
            <a:lvl3pPr indent="-320039" lvl="2" marL="1371600" rtl="1" algn="r">
              <a:lnSpc>
                <a:spcPct val="100000"/>
              </a:lnSpc>
              <a:spcBef>
                <a:spcPts val="1000"/>
              </a:spcBef>
              <a:spcAft>
                <a:spcPts val="0"/>
              </a:spcAft>
              <a:buSzPts val="1440"/>
              <a:buChar char="►"/>
              <a:defRPr/>
            </a:lvl3pPr>
            <a:lvl4pPr indent="-320039" lvl="3" marL="1828800" rtl="1" algn="r">
              <a:lnSpc>
                <a:spcPct val="100000"/>
              </a:lnSpc>
              <a:spcBef>
                <a:spcPts val="1000"/>
              </a:spcBef>
              <a:spcAft>
                <a:spcPts val="0"/>
              </a:spcAft>
              <a:buSzPts val="1440"/>
              <a:buChar char="►"/>
              <a:defRPr/>
            </a:lvl4pPr>
            <a:lvl5pPr indent="-320039" lvl="4" marL="2286000" rtl="1" algn="r">
              <a:lnSpc>
                <a:spcPct val="100000"/>
              </a:lnSpc>
              <a:spcBef>
                <a:spcPts val="1000"/>
              </a:spcBef>
              <a:spcAft>
                <a:spcPts val="0"/>
              </a:spcAft>
              <a:buSzPts val="1440"/>
              <a:buChar char="►"/>
              <a:defRPr/>
            </a:lvl5pPr>
            <a:lvl6pPr indent="-320039" lvl="5" marL="2743200" rtl="1" algn="r">
              <a:lnSpc>
                <a:spcPct val="100000"/>
              </a:lnSpc>
              <a:spcBef>
                <a:spcPts val="1000"/>
              </a:spcBef>
              <a:spcAft>
                <a:spcPts val="0"/>
              </a:spcAft>
              <a:buSzPts val="1440"/>
              <a:buChar char="►"/>
              <a:defRPr/>
            </a:lvl6pPr>
            <a:lvl7pPr indent="-320039" lvl="6" marL="3200400" rtl="1" algn="r">
              <a:lnSpc>
                <a:spcPct val="100000"/>
              </a:lnSpc>
              <a:spcBef>
                <a:spcPts val="1000"/>
              </a:spcBef>
              <a:spcAft>
                <a:spcPts val="0"/>
              </a:spcAft>
              <a:buSzPts val="1440"/>
              <a:buChar char="►"/>
              <a:defRPr/>
            </a:lvl7pPr>
            <a:lvl8pPr indent="-320040" lvl="7" marL="3657600" rtl="1" algn="r">
              <a:lnSpc>
                <a:spcPct val="100000"/>
              </a:lnSpc>
              <a:spcBef>
                <a:spcPts val="1000"/>
              </a:spcBef>
              <a:spcAft>
                <a:spcPts val="0"/>
              </a:spcAft>
              <a:buSzPts val="1440"/>
              <a:buChar char="►"/>
              <a:defRPr/>
            </a:lvl8pPr>
            <a:lvl9pPr indent="-320040" lvl="8" marL="4114800" rtl="1" algn="r">
              <a:lnSpc>
                <a:spcPct val="100000"/>
              </a:lnSpc>
              <a:spcBef>
                <a:spcPts val="1000"/>
              </a:spcBef>
              <a:spcAft>
                <a:spcPts val="0"/>
              </a:spcAft>
              <a:buSzPts val="1440"/>
              <a:buChar char="►"/>
              <a:defRPr/>
            </a:lvl9pPr>
          </a:lstStyle>
          <a:p/>
        </p:txBody>
      </p:sp>
      <p:sp>
        <p:nvSpPr>
          <p:cNvPr id="228" name="Google Shape;228;p77"/>
          <p:cNvSpPr txBox="1"/>
          <p:nvPr>
            <p:ph idx="10" type="dt"/>
          </p:nvPr>
        </p:nvSpPr>
        <p:spPr>
          <a:xfrm>
            <a:off x="10695439"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7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7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אנכית וטקסט" type="vertTitleAndTx">
  <p:cSld name="VERTICAL_TITLE_AND_VERTICAL_TEXT">
    <p:spTree>
      <p:nvGrpSpPr>
        <p:cNvPr id="231" name="Shape 231"/>
        <p:cNvGrpSpPr/>
        <p:nvPr/>
      </p:nvGrpSpPr>
      <p:grpSpPr>
        <a:xfrm>
          <a:off x="0" y="0"/>
          <a:ext cx="0" cy="0"/>
          <a:chOff x="0" y="0"/>
          <a:chExt cx="0" cy="0"/>
        </a:xfrm>
      </p:grpSpPr>
      <p:grpSp>
        <p:nvGrpSpPr>
          <p:cNvPr id="232" name="Google Shape;232;p78"/>
          <p:cNvGrpSpPr/>
          <p:nvPr/>
        </p:nvGrpSpPr>
        <p:grpSpPr>
          <a:xfrm>
            <a:off x="0" y="0"/>
            <a:ext cx="12192000" cy="6858000"/>
            <a:chOff x="0" y="0"/>
            <a:chExt cx="12192000" cy="6858000"/>
          </a:xfrm>
        </p:grpSpPr>
        <p:sp>
          <p:nvSpPr>
            <p:cNvPr id="233" name="Google Shape;233;p78"/>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78"/>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78"/>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8"/>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78"/>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78"/>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78"/>
            <p:cNvSpPr/>
            <p:nvPr/>
          </p:nvSpPr>
          <p:spPr>
            <a:xfrm>
              <a:off x="414867" y="402165"/>
              <a:ext cx="6510866"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78"/>
            <p:cNvSpPr/>
            <p:nvPr/>
          </p:nvSpPr>
          <p:spPr>
            <a:xfrm rot="5101749">
              <a:off x="6294738" y="457773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78"/>
            <p:cNvSpPr/>
            <p:nvPr/>
          </p:nvSpPr>
          <p:spPr>
            <a:xfrm rot="5400000">
              <a:off x="44492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42" name="Google Shape;242;p7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43" name="Google Shape;243;p78"/>
          <p:cNvSpPr txBox="1"/>
          <p:nvPr>
            <p:ph type="title"/>
          </p:nvPr>
        </p:nvSpPr>
        <p:spPr>
          <a:xfrm rot="5400000">
            <a:off x="6915923" y="2947780"/>
            <a:ext cx="4748590" cy="1409965"/>
          </a:xfrm>
          <a:prstGeom prst="rect">
            <a:avLst/>
          </a:prstGeom>
          <a:noFill/>
          <a:ln>
            <a:noFill/>
          </a:ln>
        </p:spPr>
        <p:txBody>
          <a:bodyPr anchorCtr="0" anchor="b" bIns="45700" lIns="91425" spcFirstLastPara="1" rIns="91425" wrap="square" tIns="45700">
            <a:noAutofit/>
          </a:bodyPr>
          <a:lstStyle>
            <a:lvl1pPr lvl="0" rtl="1" algn="l">
              <a:lnSpc>
                <a:spcPct val="100000"/>
              </a:lnSpc>
              <a:spcBef>
                <a:spcPts val="0"/>
              </a:spcBef>
              <a:spcAft>
                <a:spcPts val="0"/>
              </a:spcAft>
              <a:buClr>
                <a:schemeClr val="lt2"/>
              </a:buClr>
              <a:buSzPts val="18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244" name="Google Shape;244;p78"/>
          <p:cNvSpPr txBox="1"/>
          <p:nvPr>
            <p:ph idx="1" type="body"/>
          </p:nvPr>
        </p:nvSpPr>
        <p:spPr>
          <a:xfrm rot="5400000">
            <a:off x="1908672" y="524749"/>
            <a:ext cx="4748590" cy="6256025"/>
          </a:xfrm>
          <a:prstGeom prst="rect">
            <a:avLst/>
          </a:prstGeom>
          <a:noFill/>
          <a:ln>
            <a:noFill/>
          </a:ln>
        </p:spPr>
        <p:txBody>
          <a:bodyPr anchorCtr="0" anchor="t" bIns="45700" lIns="91425" spcFirstLastPara="1" rIns="91425" wrap="square" tIns="45700">
            <a:normAutofit/>
          </a:bodyPr>
          <a:lstStyle>
            <a:lvl1pPr indent="-320040" lvl="0" marL="457200" rtl="1" algn="r">
              <a:lnSpc>
                <a:spcPct val="100000"/>
              </a:lnSpc>
              <a:spcBef>
                <a:spcPts val="1000"/>
              </a:spcBef>
              <a:spcAft>
                <a:spcPts val="0"/>
              </a:spcAft>
              <a:buSzPts val="1440"/>
              <a:buChar char="►"/>
              <a:defRPr/>
            </a:lvl1pPr>
            <a:lvl2pPr indent="-320040" lvl="1" marL="914400" rtl="1" algn="r">
              <a:lnSpc>
                <a:spcPct val="100000"/>
              </a:lnSpc>
              <a:spcBef>
                <a:spcPts val="1000"/>
              </a:spcBef>
              <a:spcAft>
                <a:spcPts val="0"/>
              </a:spcAft>
              <a:buSzPts val="1440"/>
              <a:buChar char="►"/>
              <a:defRPr/>
            </a:lvl2pPr>
            <a:lvl3pPr indent="-320039" lvl="2" marL="1371600" rtl="1" algn="r">
              <a:lnSpc>
                <a:spcPct val="100000"/>
              </a:lnSpc>
              <a:spcBef>
                <a:spcPts val="1000"/>
              </a:spcBef>
              <a:spcAft>
                <a:spcPts val="0"/>
              </a:spcAft>
              <a:buSzPts val="1440"/>
              <a:buChar char="►"/>
              <a:defRPr/>
            </a:lvl3pPr>
            <a:lvl4pPr indent="-320039" lvl="3" marL="1828800" rtl="1" algn="r">
              <a:lnSpc>
                <a:spcPct val="100000"/>
              </a:lnSpc>
              <a:spcBef>
                <a:spcPts val="1000"/>
              </a:spcBef>
              <a:spcAft>
                <a:spcPts val="0"/>
              </a:spcAft>
              <a:buSzPts val="1440"/>
              <a:buChar char="►"/>
              <a:defRPr/>
            </a:lvl4pPr>
            <a:lvl5pPr indent="-320039" lvl="4" marL="2286000" rtl="1" algn="r">
              <a:lnSpc>
                <a:spcPct val="100000"/>
              </a:lnSpc>
              <a:spcBef>
                <a:spcPts val="1000"/>
              </a:spcBef>
              <a:spcAft>
                <a:spcPts val="0"/>
              </a:spcAft>
              <a:buSzPts val="1440"/>
              <a:buChar char="►"/>
              <a:defRPr/>
            </a:lvl5pPr>
            <a:lvl6pPr indent="-320039" lvl="5" marL="2743200" rtl="1" algn="r">
              <a:lnSpc>
                <a:spcPct val="100000"/>
              </a:lnSpc>
              <a:spcBef>
                <a:spcPts val="1000"/>
              </a:spcBef>
              <a:spcAft>
                <a:spcPts val="0"/>
              </a:spcAft>
              <a:buSzPts val="1440"/>
              <a:buChar char="►"/>
              <a:defRPr/>
            </a:lvl6pPr>
            <a:lvl7pPr indent="-320039" lvl="6" marL="3200400" rtl="1" algn="r">
              <a:lnSpc>
                <a:spcPct val="100000"/>
              </a:lnSpc>
              <a:spcBef>
                <a:spcPts val="1000"/>
              </a:spcBef>
              <a:spcAft>
                <a:spcPts val="0"/>
              </a:spcAft>
              <a:buSzPts val="1440"/>
              <a:buChar char="►"/>
              <a:defRPr/>
            </a:lvl7pPr>
            <a:lvl8pPr indent="-320040" lvl="7" marL="3657600" rtl="1" algn="r">
              <a:lnSpc>
                <a:spcPct val="100000"/>
              </a:lnSpc>
              <a:spcBef>
                <a:spcPts val="1000"/>
              </a:spcBef>
              <a:spcAft>
                <a:spcPts val="0"/>
              </a:spcAft>
              <a:buSzPts val="1440"/>
              <a:buChar char="►"/>
              <a:defRPr/>
            </a:lvl8pPr>
            <a:lvl9pPr indent="-320040" lvl="8" marL="4114800" rtl="1" algn="r">
              <a:lnSpc>
                <a:spcPct val="100000"/>
              </a:lnSpc>
              <a:spcBef>
                <a:spcPts val="1000"/>
              </a:spcBef>
              <a:spcAft>
                <a:spcPts val="0"/>
              </a:spcAft>
              <a:buSzPts val="1440"/>
              <a:buChar char="►"/>
              <a:defRPr/>
            </a:lvl9pPr>
          </a:lstStyle>
          <a:p/>
        </p:txBody>
      </p:sp>
      <p:sp>
        <p:nvSpPr>
          <p:cNvPr id="245" name="Google Shape;245;p78"/>
          <p:cNvSpPr txBox="1"/>
          <p:nvPr>
            <p:ph idx="10" type="dt"/>
          </p:nvPr>
        </p:nvSpPr>
        <p:spPr>
          <a:xfrm>
            <a:off x="10653104" y="6391838"/>
            <a:ext cx="992135"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7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7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7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תוכן" type="obj">
  <p:cSld name="OBJECT">
    <p:spTree>
      <p:nvGrpSpPr>
        <p:cNvPr id="266" name="Shape 266"/>
        <p:cNvGrpSpPr/>
        <p:nvPr/>
      </p:nvGrpSpPr>
      <p:grpSpPr>
        <a:xfrm>
          <a:off x="0" y="0"/>
          <a:ext cx="0" cy="0"/>
          <a:chOff x="0" y="0"/>
          <a:chExt cx="0" cy="0"/>
        </a:xfrm>
      </p:grpSpPr>
      <p:sp>
        <p:nvSpPr>
          <p:cNvPr id="267" name="Google Shape;267;p6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rtl="1" algn="l">
              <a:lnSpc>
                <a:spcPct val="100000"/>
              </a:lnSpc>
              <a:spcBef>
                <a:spcPts val="0"/>
              </a:spcBef>
              <a:spcAft>
                <a:spcPts val="0"/>
              </a:spcAft>
              <a:buClr>
                <a:schemeClr val="dk2"/>
              </a:buClr>
              <a:buSzPts val="18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rtl="1" algn="l">
              <a:lnSpc>
                <a:spcPct val="100000"/>
              </a:lnSpc>
              <a:spcBef>
                <a:spcPts val="0"/>
              </a:spcBef>
              <a:spcAft>
                <a:spcPts val="0"/>
              </a:spcAft>
              <a:buSzPts val="1400"/>
              <a:buNone/>
              <a:defRPr/>
            </a:lvl6pPr>
            <a:lvl7pPr lvl="6" rtl="1" algn="l">
              <a:lnSpc>
                <a:spcPct val="100000"/>
              </a:lnSpc>
              <a:spcBef>
                <a:spcPts val="0"/>
              </a:spcBef>
              <a:spcAft>
                <a:spcPts val="0"/>
              </a:spcAft>
              <a:buSzPts val="1400"/>
              <a:buNone/>
              <a:defRPr/>
            </a:lvl7pPr>
            <a:lvl8pPr lvl="7" rtl="1" algn="l">
              <a:lnSpc>
                <a:spcPct val="100000"/>
              </a:lnSpc>
              <a:spcBef>
                <a:spcPts val="0"/>
              </a:spcBef>
              <a:spcAft>
                <a:spcPts val="0"/>
              </a:spcAft>
              <a:buSzPts val="1400"/>
              <a:buNone/>
              <a:defRPr/>
            </a:lvl8pPr>
            <a:lvl9pPr lvl="8" rtl="1" algn="l">
              <a:lnSpc>
                <a:spcPct val="100000"/>
              </a:lnSpc>
              <a:spcBef>
                <a:spcPts val="0"/>
              </a:spcBef>
              <a:spcAft>
                <a:spcPts val="0"/>
              </a:spcAft>
              <a:buSzPts val="1400"/>
              <a:buNone/>
              <a:defRPr/>
            </a:lvl9pPr>
          </a:lstStyle>
          <a:p/>
        </p:txBody>
      </p:sp>
      <p:sp>
        <p:nvSpPr>
          <p:cNvPr id="268" name="Google Shape;268;p65"/>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lvl1pPr indent="-320040" lvl="0" marL="457200" rtl="1" algn="r">
              <a:lnSpc>
                <a:spcPct val="100000"/>
              </a:lnSpc>
              <a:spcBef>
                <a:spcPts val="1000"/>
              </a:spcBef>
              <a:spcAft>
                <a:spcPts val="0"/>
              </a:spcAft>
              <a:buSzPts val="1440"/>
              <a:buChar char="►"/>
              <a:defRPr/>
            </a:lvl1pPr>
            <a:lvl2pPr indent="-320040" lvl="1" marL="914400" rtl="1" algn="r">
              <a:lnSpc>
                <a:spcPct val="100000"/>
              </a:lnSpc>
              <a:spcBef>
                <a:spcPts val="1000"/>
              </a:spcBef>
              <a:spcAft>
                <a:spcPts val="0"/>
              </a:spcAft>
              <a:buSzPts val="1440"/>
              <a:buChar char="►"/>
              <a:defRPr/>
            </a:lvl2pPr>
            <a:lvl3pPr indent="-320039" lvl="2" marL="1371600" rtl="1" algn="r">
              <a:lnSpc>
                <a:spcPct val="100000"/>
              </a:lnSpc>
              <a:spcBef>
                <a:spcPts val="1000"/>
              </a:spcBef>
              <a:spcAft>
                <a:spcPts val="0"/>
              </a:spcAft>
              <a:buSzPts val="1440"/>
              <a:buChar char="►"/>
              <a:defRPr/>
            </a:lvl3pPr>
            <a:lvl4pPr indent="-320039" lvl="3" marL="1828800" rtl="1" algn="r">
              <a:lnSpc>
                <a:spcPct val="100000"/>
              </a:lnSpc>
              <a:spcBef>
                <a:spcPts val="1000"/>
              </a:spcBef>
              <a:spcAft>
                <a:spcPts val="0"/>
              </a:spcAft>
              <a:buSzPts val="1440"/>
              <a:buChar char="►"/>
              <a:defRPr/>
            </a:lvl4pPr>
            <a:lvl5pPr indent="-320039" lvl="4" marL="2286000" rtl="1" algn="r">
              <a:lnSpc>
                <a:spcPct val="100000"/>
              </a:lnSpc>
              <a:spcBef>
                <a:spcPts val="1000"/>
              </a:spcBef>
              <a:spcAft>
                <a:spcPts val="0"/>
              </a:spcAft>
              <a:buSzPts val="1440"/>
              <a:buChar char="►"/>
              <a:defRPr/>
            </a:lvl5pPr>
            <a:lvl6pPr indent="-320039" lvl="5" marL="2743200" rtl="1" algn="r">
              <a:lnSpc>
                <a:spcPct val="100000"/>
              </a:lnSpc>
              <a:spcBef>
                <a:spcPts val="1000"/>
              </a:spcBef>
              <a:spcAft>
                <a:spcPts val="0"/>
              </a:spcAft>
              <a:buSzPts val="1440"/>
              <a:buChar char="►"/>
              <a:defRPr/>
            </a:lvl6pPr>
            <a:lvl7pPr indent="-320039" lvl="6" marL="3200400" rtl="1" algn="r">
              <a:lnSpc>
                <a:spcPct val="100000"/>
              </a:lnSpc>
              <a:spcBef>
                <a:spcPts val="1000"/>
              </a:spcBef>
              <a:spcAft>
                <a:spcPts val="0"/>
              </a:spcAft>
              <a:buSzPts val="1440"/>
              <a:buChar char="►"/>
              <a:defRPr/>
            </a:lvl7pPr>
            <a:lvl8pPr indent="-320040" lvl="7" marL="3657600" rtl="1" algn="r">
              <a:lnSpc>
                <a:spcPct val="100000"/>
              </a:lnSpc>
              <a:spcBef>
                <a:spcPts val="1000"/>
              </a:spcBef>
              <a:spcAft>
                <a:spcPts val="0"/>
              </a:spcAft>
              <a:buSzPts val="1440"/>
              <a:buChar char="►"/>
              <a:defRPr/>
            </a:lvl8pPr>
            <a:lvl9pPr indent="-320040" lvl="8" marL="4114800" rtl="1" algn="r">
              <a:lnSpc>
                <a:spcPct val="100000"/>
              </a:lnSpc>
              <a:spcBef>
                <a:spcPts val="1000"/>
              </a:spcBef>
              <a:spcAft>
                <a:spcPts val="0"/>
              </a:spcAft>
              <a:buSzPts val="1440"/>
              <a:buChar char="►"/>
              <a:defRPr/>
            </a:lvl9pPr>
          </a:lstStyle>
          <a:p/>
        </p:txBody>
      </p:sp>
      <p:sp>
        <p:nvSpPr>
          <p:cNvPr id="269" name="Google Shape;269;p6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6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p6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slideLayout" Target="../slideLayouts/slideLayout1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9" name="Shape 9"/>
        <p:cNvGrpSpPr/>
        <p:nvPr/>
      </p:nvGrpSpPr>
      <p:grpSpPr>
        <a:xfrm>
          <a:off x="0" y="0"/>
          <a:ext cx="0" cy="0"/>
          <a:chOff x="0" y="0"/>
          <a:chExt cx="0" cy="0"/>
        </a:xfrm>
      </p:grpSpPr>
      <p:grpSp>
        <p:nvGrpSpPr>
          <p:cNvPr id="10" name="Google Shape;10;p59"/>
          <p:cNvGrpSpPr/>
          <p:nvPr/>
        </p:nvGrpSpPr>
        <p:grpSpPr>
          <a:xfrm>
            <a:off x="0" y="0"/>
            <a:ext cx="12192000" cy="6858000"/>
            <a:chOff x="0" y="0"/>
            <a:chExt cx="12192000" cy="6858000"/>
          </a:xfrm>
        </p:grpSpPr>
        <p:sp>
          <p:nvSpPr>
            <p:cNvPr id="11" name="Google Shape;11;p5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59"/>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9"/>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59"/>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59"/>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59"/>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59"/>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59"/>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9" name="Google Shape;19;p5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 name="Google Shape;20;p5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marR="0" rtl="1" algn="l">
              <a:lnSpc>
                <a:spcPct val="100000"/>
              </a:lnSpc>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1"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1"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1"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1"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1"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1"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1"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1"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21" name="Google Shape;21;p59"/>
          <p:cNvSpPr txBox="1"/>
          <p:nvPr>
            <p:ph idx="1" type="body"/>
          </p:nvPr>
        </p:nvSpPr>
        <p:spPr>
          <a:xfrm>
            <a:off x="1154954" y="2603500"/>
            <a:ext cx="8761413" cy="3416300"/>
          </a:xfrm>
          <a:prstGeom prst="rect">
            <a:avLst/>
          </a:prstGeom>
          <a:noFill/>
          <a:ln>
            <a:noFill/>
          </a:ln>
        </p:spPr>
        <p:txBody>
          <a:bodyPr anchorCtr="0" anchor="t" bIns="45700" lIns="91425" spcFirstLastPara="1" rIns="91425" wrap="square" tIns="45700">
            <a:normAutofit/>
          </a:bodyPr>
          <a:lstStyle>
            <a:lvl1pPr indent="-320040" lvl="0" marL="457200" marR="0" rtl="1" algn="r">
              <a:lnSpc>
                <a:spcPct val="100000"/>
              </a:lnSpc>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1" algn="r">
              <a:lnSpc>
                <a:spcPct val="100000"/>
              </a:lnSpc>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19" lvl="2" marL="1371600" marR="0" rtl="1" algn="r">
              <a:lnSpc>
                <a:spcPct val="100000"/>
              </a:lnSpc>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59" lvl="7" marL="36576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59" lvl="8" marL="41148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22" name="Google Shape;22;p5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3" name="Google Shape;23;p5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4" name="Google Shape;24;p5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5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249" name="Shape 249"/>
        <p:cNvGrpSpPr/>
        <p:nvPr/>
      </p:nvGrpSpPr>
      <p:grpSpPr>
        <a:xfrm>
          <a:off x="0" y="0"/>
          <a:ext cx="0" cy="0"/>
          <a:chOff x="0" y="0"/>
          <a:chExt cx="0" cy="0"/>
        </a:xfrm>
      </p:grpSpPr>
      <p:grpSp>
        <p:nvGrpSpPr>
          <p:cNvPr id="250" name="Google Shape;250;p64"/>
          <p:cNvGrpSpPr/>
          <p:nvPr/>
        </p:nvGrpSpPr>
        <p:grpSpPr>
          <a:xfrm>
            <a:off x="0" y="0"/>
            <a:ext cx="12192000" cy="6858000"/>
            <a:chOff x="0" y="0"/>
            <a:chExt cx="12192000" cy="6858000"/>
          </a:xfrm>
        </p:grpSpPr>
        <p:sp>
          <p:nvSpPr>
            <p:cNvPr id="251" name="Google Shape;251;p64"/>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64"/>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64"/>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64"/>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64"/>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64"/>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64"/>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dk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64"/>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dk1"/>
            </a:solidFill>
            <a:ln>
              <a:noFill/>
            </a:ln>
          </p:spPr>
        </p:sp>
        <p:sp>
          <p:nvSpPr>
            <p:cNvPr id="259" name="Google Shape;259;p64"/>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dk1"/>
            </a:solidFill>
            <a:ln>
              <a:noFill/>
            </a:ln>
          </p:spPr>
        </p:sp>
      </p:grpSp>
      <p:sp>
        <p:nvSpPr>
          <p:cNvPr id="260" name="Google Shape;260;p6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marR="0" rtl="1" algn="l">
              <a:lnSpc>
                <a:spcPct val="100000"/>
              </a:lnSpc>
              <a:spcBef>
                <a:spcPts val="0"/>
              </a:spcBef>
              <a:spcAft>
                <a:spcPts val="0"/>
              </a:spcAft>
              <a:buClr>
                <a:schemeClr val="dk2"/>
              </a:buClr>
              <a:buSzPts val="3600"/>
              <a:buFont typeface="Century Gothic"/>
              <a:buNone/>
              <a:defRPr b="0" i="0" sz="3600" u="none" cap="none" strike="noStrike">
                <a:solidFill>
                  <a:schemeClr val="dk2"/>
                </a:solidFill>
                <a:latin typeface="Century Gothic"/>
                <a:ea typeface="Century Gothic"/>
                <a:cs typeface="Century Gothic"/>
                <a:sym typeface="Century Gothic"/>
              </a:defRPr>
            </a:lvl1pPr>
            <a:lvl2pPr lvl="1" marR="0" rtl="1"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1"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1"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1"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1"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1"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1"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1"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261" name="Google Shape;261;p64"/>
          <p:cNvSpPr txBox="1"/>
          <p:nvPr>
            <p:ph idx="1" type="body"/>
          </p:nvPr>
        </p:nvSpPr>
        <p:spPr>
          <a:xfrm>
            <a:off x="1154954" y="2603500"/>
            <a:ext cx="8761413" cy="3416300"/>
          </a:xfrm>
          <a:prstGeom prst="rect">
            <a:avLst/>
          </a:prstGeom>
          <a:noFill/>
          <a:ln>
            <a:noFill/>
          </a:ln>
        </p:spPr>
        <p:txBody>
          <a:bodyPr anchorCtr="0" anchor="t" bIns="45700" lIns="91425" spcFirstLastPara="1" rIns="91425" wrap="square" tIns="45700">
            <a:normAutofit/>
          </a:bodyPr>
          <a:lstStyle>
            <a:lvl1pPr indent="-320040" lvl="0" marL="457200" marR="0" rtl="1" algn="r">
              <a:lnSpc>
                <a:spcPct val="100000"/>
              </a:lnSpc>
              <a:spcBef>
                <a:spcPts val="1000"/>
              </a:spcBef>
              <a:spcAft>
                <a:spcPts val="0"/>
              </a:spcAft>
              <a:buClr>
                <a:schemeClr val="accent1"/>
              </a:buClr>
              <a:buSzPts val="1440"/>
              <a:buFont typeface="Noto Sans Symbols"/>
              <a:buChar char="►"/>
              <a:defRPr b="0" i="0" sz="1800" u="none" cap="none" strike="noStrike">
                <a:solidFill>
                  <a:srgbClr val="FEFEFE"/>
                </a:solidFill>
                <a:latin typeface="Century Gothic"/>
                <a:ea typeface="Century Gothic"/>
                <a:cs typeface="Century Gothic"/>
                <a:sym typeface="Century Gothic"/>
              </a:defRPr>
            </a:lvl1pPr>
            <a:lvl2pPr indent="-309880" lvl="1" marL="914400" marR="0" rtl="1" algn="r">
              <a:lnSpc>
                <a:spcPct val="100000"/>
              </a:lnSpc>
              <a:spcBef>
                <a:spcPts val="1000"/>
              </a:spcBef>
              <a:spcAft>
                <a:spcPts val="0"/>
              </a:spcAft>
              <a:buClr>
                <a:schemeClr val="accent1"/>
              </a:buClr>
              <a:buSzPts val="1280"/>
              <a:buFont typeface="Noto Sans Symbols"/>
              <a:buChar char="►"/>
              <a:defRPr b="0" i="0" sz="1600" u="none" cap="none" strike="noStrike">
                <a:solidFill>
                  <a:srgbClr val="FEFEFE"/>
                </a:solidFill>
                <a:latin typeface="Century Gothic"/>
                <a:ea typeface="Century Gothic"/>
                <a:cs typeface="Century Gothic"/>
                <a:sym typeface="Century Gothic"/>
              </a:defRPr>
            </a:lvl2pPr>
            <a:lvl3pPr indent="-299719" lvl="2" marL="1371600" marR="0" rtl="1" algn="r">
              <a:lnSpc>
                <a:spcPct val="100000"/>
              </a:lnSpc>
              <a:spcBef>
                <a:spcPts val="1000"/>
              </a:spcBef>
              <a:spcAft>
                <a:spcPts val="0"/>
              </a:spcAft>
              <a:buClr>
                <a:schemeClr val="accent1"/>
              </a:buClr>
              <a:buSzPts val="1120"/>
              <a:buFont typeface="Noto Sans Symbols"/>
              <a:buChar char="►"/>
              <a:defRPr b="0" i="0" sz="1400" u="none" cap="none" strike="noStrike">
                <a:solidFill>
                  <a:srgbClr val="FEFEFE"/>
                </a:solidFill>
                <a:latin typeface="Century Gothic"/>
                <a:ea typeface="Century Gothic"/>
                <a:cs typeface="Century Gothic"/>
                <a:sym typeface="Century Gothic"/>
              </a:defRPr>
            </a:lvl3pPr>
            <a:lvl4pPr indent="-289560" lvl="3" marL="18288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FEFEFE"/>
                </a:solidFill>
                <a:latin typeface="Century Gothic"/>
                <a:ea typeface="Century Gothic"/>
                <a:cs typeface="Century Gothic"/>
                <a:sym typeface="Century Gothic"/>
              </a:defRPr>
            </a:lvl4pPr>
            <a:lvl5pPr indent="-289560" lvl="4" marL="22860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FEFEFE"/>
                </a:solidFill>
                <a:latin typeface="Century Gothic"/>
                <a:ea typeface="Century Gothic"/>
                <a:cs typeface="Century Gothic"/>
                <a:sym typeface="Century Gothic"/>
              </a:defRPr>
            </a:lvl5pPr>
            <a:lvl6pPr indent="-289560" lvl="5" marL="27432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FEFEFE"/>
                </a:solidFill>
                <a:latin typeface="Century Gothic"/>
                <a:ea typeface="Century Gothic"/>
                <a:cs typeface="Century Gothic"/>
                <a:sym typeface="Century Gothic"/>
              </a:defRPr>
            </a:lvl6pPr>
            <a:lvl7pPr indent="-289560" lvl="6" marL="32004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FEFEFE"/>
                </a:solidFill>
                <a:latin typeface="Century Gothic"/>
                <a:ea typeface="Century Gothic"/>
                <a:cs typeface="Century Gothic"/>
                <a:sym typeface="Century Gothic"/>
              </a:defRPr>
            </a:lvl7pPr>
            <a:lvl8pPr indent="-289559" lvl="7" marL="36576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FEFEFE"/>
                </a:solidFill>
                <a:latin typeface="Century Gothic"/>
                <a:ea typeface="Century Gothic"/>
                <a:cs typeface="Century Gothic"/>
                <a:sym typeface="Century Gothic"/>
              </a:defRPr>
            </a:lvl8pPr>
            <a:lvl9pPr indent="-289559" lvl="8" marL="4114800" marR="0" rtl="1" algn="r">
              <a:lnSpc>
                <a:spcPct val="100000"/>
              </a:lnSpc>
              <a:spcBef>
                <a:spcPts val="1000"/>
              </a:spcBef>
              <a:spcAft>
                <a:spcPts val="0"/>
              </a:spcAft>
              <a:buClr>
                <a:schemeClr val="accent1"/>
              </a:buClr>
              <a:buSzPts val="960"/>
              <a:buFont typeface="Noto Sans Symbols"/>
              <a:buChar char="►"/>
              <a:defRPr b="0" i="0" sz="1200" u="none" cap="none" strike="noStrike">
                <a:solidFill>
                  <a:srgbClr val="FEFEFE"/>
                </a:solidFill>
                <a:latin typeface="Century Gothic"/>
                <a:ea typeface="Century Gothic"/>
                <a:cs typeface="Century Gothic"/>
                <a:sym typeface="Century Gothic"/>
              </a:defRPr>
            </a:lvl9pPr>
          </a:lstStyle>
          <a:p/>
        </p:txBody>
      </p:sp>
      <p:sp>
        <p:nvSpPr>
          <p:cNvPr id="262" name="Google Shape;262;p6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263" name="Google Shape;263;p6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264" name="Google Shape;264;p64"/>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6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0"/>
              <a:buFont typeface="Arial"/>
              <a:buNone/>
              <a:defRPr b="0" i="0" sz="2800" u="none" cap="none" strike="noStrike">
                <a:solidFill>
                  <a:schemeClr val="dk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image" Target="../media/image26.png"/><Relationship Id="rId6" Type="http://schemas.openxmlformats.org/officeDocument/2006/relationships/image" Target="../media/image34.png"/><Relationship Id="rId7"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39.png"/><Relationship Id="rId5" Type="http://schemas.openxmlformats.org/officeDocument/2006/relationships/image" Target="../media/image5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1.png"/><Relationship Id="rId4" Type="http://schemas.openxmlformats.org/officeDocument/2006/relationships/image" Target="../media/image37.png"/><Relationship Id="rId5"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3.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5.png"/><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2.png"/><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7.png"/><Relationship Id="rId4" Type="http://schemas.openxmlformats.org/officeDocument/2006/relationships/image" Target="../media/image52.png"/><Relationship Id="rId5"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1.png"/><Relationship Id="rId4" Type="http://schemas.openxmlformats.org/officeDocument/2006/relationships/image" Target="../media/image57.png"/><Relationship Id="rId5" Type="http://schemas.openxmlformats.org/officeDocument/2006/relationships/image" Target="../media/image5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9.png"/><Relationship Id="rId4" Type="http://schemas.openxmlformats.org/officeDocument/2006/relationships/image" Target="../media/image56.png"/><Relationship Id="rId5" Type="http://schemas.openxmlformats.org/officeDocument/2006/relationships/image" Target="../media/image5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2.png"/><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6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6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64.png"/><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6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a29d50d23c_0_0"/>
          <p:cNvSpPr txBox="1"/>
          <p:nvPr>
            <p:ph type="ctrTitle"/>
          </p:nvPr>
        </p:nvSpPr>
        <p:spPr>
          <a:xfrm>
            <a:off x="1154955" y="3191686"/>
            <a:ext cx="8825700" cy="2677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b="1" lang="en-US"/>
              <a:t>Yapp Router</a:t>
            </a:r>
            <a:endParaRPr b="1"/>
          </a:p>
          <a:p>
            <a:pPr indent="0" lvl="0" marL="0" rtl="0" algn="l">
              <a:spcBef>
                <a:spcPts val="0"/>
              </a:spcBef>
              <a:spcAft>
                <a:spcPts val="0"/>
              </a:spcAft>
              <a:buNone/>
            </a:pPr>
            <a:r>
              <a:rPr lang="en-US" sz="4100">
                <a:solidFill>
                  <a:schemeClr val="accent2"/>
                </a:solidFill>
              </a:rPr>
              <a:t>Verification project</a:t>
            </a:r>
            <a:endParaRPr sz="410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a26c71495b_0_0"/>
          <p:cNvSpPr txBox="1"/>
          <p:nvPr>
            <p:ph type="ctrTitle"/>
          </p:nvPr>
        </p:nvSpPr>
        <p:spPr>
          <a:xfrm>
            <a:off x="1097330" y="2791283"/>
            <a:ext cx="8825700" cy="2677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b="1" lang="en-US"/>
              <a:t>Router Spec</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a29d50d23c_1_10"/>
          <p:cNvSpPr txBox="1"/>
          <p:nvPr>
            <p:ph type="title"/>
          </p:nvPr>
        </p:nvSpPr>
        <p:spPr>
          <a:xfrm>
            <a:off x="1154954" y="973668"/>
            <a:ext cx="8761500" cy="707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a:t>R</a:t>
            </a:r>
            <a:r>
              <a:rPr b="1" lang="en-US"/>
              <a:t>outer Spec</a:t>
            </a:r>
            <a:endParaRPr b="1"/>
          </a:p>
        </p:txBody>
      </p:sp>
      <p:pic>
        <p:nvPicPr>
          <p:cNvPr id="290" name="Google Shape;290;g3a29d50d23c_1_10"/>
          <p:cNvPicPr preferRelativeResize="0"/>
          <p:nvPr/>
        </p:nvPicPr>
        <p:blipFill>
          <a:blip r:embed="rId3">
            <a:alphaModFix/>
          </a:blip>
          <a:stretch>
            <a:fillRect/>
          </a:stretch>
        </p:blipFill>
        <p:spPr>
          <a:xfrm>
            <a:off x="6564700" y="2248475"/>
            <a:ext cx="5008726" cy="3952875"/>
          </a:xfrm>
          <a:prstGeom prst="rect">
            <a:avLst/>
          </a:prstGeom>
          <a:noFill/>
          <a:ln>
            <a:noFill/>
          </a:ln>
        </p:spPr>
      </p:pic>
      <p:pic>
        <p:nvPicPr>
          <p:cNvPr id="291" name="Google Shape;291;g3a29d50d23c_1_10"/>
          <p:cNvPicPr preferRelativeResize="0"/>
          <p:nvPr/>
        </p:nvPicPr>
        <p:blipFill>
          <a:blip r:embed="rId4">
            <a:alphaModFix/>
          </a:blip>
          <a:stretch>
            <a:fillRect/>
          </a:stretch>
        </p:blipFill>
        <p:spPr>
          <a:xfrm>
            <a:off x="635025" y="2439700"/>
            <a:ext cx="5929675" cy="3761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a26c71495b_0_6"/>
          <p:cNvSpPr txBox="1"/>
          <p:nvPr>
            <p:ph type="ctrTitle"/>
          </p:nvPr>
        </p:nvSpPr>
        <p:spPr>
          <a:xfrm>
            <a:off x="1174180" y="3041033"/>
            <a:ext cx="8825700" cy="2677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3600"/>
              <a:t>Verification Plan</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a29d50d23c_1_19"/>
          <p:cNvSpPr txBox="1"/>
          <p:nvPr>
            <p:ph type="title"/>
          </p:nvPr>
        </p:nvSpPr>
        <p:spPr>
          <a:xfrm>
            <a:off x="1154954" y="973668"/>
            <a:ext cx="8761500" cy="707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a:t>Verification Plan</a:t>
            </a:r>
            <a:endParaRPr b="1"/>
          </a:p>
        </p:txBody>
      </p:sp>
      <p:sp>
        <p:nvSpPr>
          <p:cNvPr id="304" name="Google Shape;304;g3a29d50d23c_1_19"/>
          <p:cNvSpPr txBox="1"/>
          <p:nvPr>
            <p:ph idx="1" type="body"/>
          </p:nvPr>
        </p:nvSpPr>
        <p:spPr>
          <a:xfrm>
            <a:off x="528775" y="2398500"/>
            <a:ext cx="2414400" cy="894600"/>
          </a:xfrm>
          <a:prstGeom prst="rect">
            <a:avLst/>
          </a:prstGeom>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0" lvl="0" marL="0" rtl="0" algn="l">
              <a:spcBef>
                <a:spcPts val="0"/>
              </a:spcBef>
              <a:spcAft>
                <a:spcPts val="0"/>
              </a:spcAft>
              <a:buNone/>
            </a:pPr>
            <a:r>
              <a:rPr b="1" lang="en-US" sz="3101"/>
              <a:t>features</a:t>
            </a:r>
            <a:endParaRPr/>
          </a:p>
        </p:txBody>
      </p:sp>
      <p:sp>
        <p:nvSpPr>
          <p:cNvPr id="305" name="Google Shape;305;g3a29d50d23c_1_19"/>
          <p:cNvSpPr txBox="1"/>
          <p:nvPr/>
        </p:nvSpPr>
        <p:spPr>
          <a:xfrm>
            <a:off x="4304700" y="2398500"/>
            <a:ext cx="2706000" cy="10404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3100">
                <a:solidFill>
                  <a:srgbClr val="3F3F3F"/>
                </a:solidFill>
                <a:latin typeface="Century Gothic"/>
                <a:ea typeface="Century Gothic"/>
                <a:cs typeface="Century Gothic"/>
                <a:sym typeface="Century Gothic"/>
              </a:rPr>
              <a:t>assumptions</a:t>
            </a:r>
            <a:endParaRPr b="1" sz="3100">
              <a:solidFill>
                <a:srgbClr val="3F3F3F"/>
              </a:solidFill>
              <a:latin typeface="Century Gothic"/>
              <a:ea typeface="Century Gothic"/>
              <a:cs typeface="Century Gothic"/>
              <a:sym typeface="Century Gothic"/>
            </a:endParaRPr>
          </a:p>
          <a:p>
            <a:pPr indent="-228600" lvl="0" marL="0" rtl="0" algn="l">
              <a:lnSpc>
                <a:spcPct val="115000"/>
              </a:lnSpc>
              <a:spcBef>
                <a:spcPts val="1200"/>
              </a:spcBef>
              <a:spcAft>
                <a:spcPts val="0"/>
              </a:spcAft>
              <a:buClr>
                <a:schemeClr val="dk1"/>
              </a:buClr>
              <a:buSzPts val="1100"/>
              <a:buFont typeface="Arial"/>
              <a:buNone/>
            </a:pPr>
            <a:r>
              <a:rPr lang="en-US" sz="1100">
                <a:solidFill>
                  <a:schemeClr val="dk1"/>
                </a:solidFill>
              </a:rPr>
              <a:t>·</a:t>
            </a:r>
            <a:r>
              <a:rPr lang="en-US" sz="700">
                <a:solidFill>
                  <a:schemeClr val="dk1"/>
                </a:solidFill>
                <a:latin typeface="Times New Roman"/>
                <a:ea typeface="Times New Roman"/>
                <a:cs typeface="Times New Roman"/>
                <a:sym typeface="Times New Roman"/>
              </a:rPr>
              <a:t>     </a:t>
            </a:r>
            <a:endParaRPr sz="1100">
              <a:solidFill>
                <a:schemeClr val="dk1"/>
              </a:solidFill>
            </a:endParaRPr>
          </a:p>
          <a:p>
            <a:pPr indent="0" lvl="0" marL="0" rtl="0" algn="l">
              <a:spcBef>
                <a:spcPts val="1200"/>
              </a:spcBef>
              <a:spcAft>
                <a:spcPts val="0"/>
              </a:spcAft>
              <a:buNone/>
            </a:pPr>
            <a:r>
              <a:t/>
            </a:r>
            <a:endParaRPr b="1" sz="2200">
              <a:solidFill>
                <a:srgbClr val="3F3F3F"/>
              </a:solidFill>
              <a:latin typeface="Century Gothic"/>
              <a:ea typeface="Century Gothic"/>
              <a:cs typeface="Century Gothic"/>
              <a:sym typeface="Century Gothic"/>
            </a:endParaRPr>
          </a:p>
          <a:p>
            <a:pPr indent="0" lvl="0" marL="457200" rtl="0" algn="l">
              <a:lnSpc>
                <a:spcPct val="115000"/>
              </a:lnSpc>
              <a:spcBef>
                <a:spcPts val="0"/>
              </a:spcBef>
              <a:spcAft>
                <a:spcPts val="0"/>
              </a:spcAft>
              <a:buNone/>
            </a:pPr>
            <a:r>
              <a:t/>
            </a:r>
            <a:endParaRPr sz="10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800">
              <a:solidFill>
                <a:srgbClr val="3F3F3F"/>
              </a:solidFill>
              <a:latin typeface="Century Gothic"/>
              <a:ea typeface="Century Gothic"/>
              <a:cs typeface="Century Gothic"/>
              <a:sym typeface="Century Gothic"/>
            </a:endParaRPr>
          </a:p>
        </p:txBody>
      </p:sp>
      <p:sp>
        <p:nvSpPr>
          <p:cNvPr id="306" name="Google Shape;306;g3a29d50d23c_1_19"/>
          <p:cNvSpPr txBox="1"/>
          <p:nvPr/>
        </p:nvSpPr>
        <p:spPr>
          <a:xfrm>
            <a:off x="8298869" y="2398500"/>
            <a:ext cx="2888400" cy="8946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3100">
                <a:solidFill>
                  <a:srgbClr val="3F3F3F"/>
                </a:solidFill>
                <a:latin typeface="Century Gothic"/>
                <a:ea typeface="Century Gothic"/>
                <a:cs typeface="Century Gothic"/>
                <a:sym typeface="Century Gothic"/>
              </a:rPr>
              <a:t>configuration</a:t>
            </a:r>
            <a:endParaRPr b="1" sz="3100">
              <a:solidFill>
                <a:srgbClr val="3F3F3F"/>
              </a:solidFill>
              <a:latin typeface="Century Gothic"/>
              <a:ea typeface="Century Gothic"/>
              <a:cs typeface="Century Gothic"/>
              <a:sym typeface="Century Gothic"/>
            </a:endParaRPr>
          </a:p>
        </p:txBody>
      </p:sp>
      <p:sp>
        <p:nvSpPr>
          <p:cNvPr id="307" name="Google Shape;307;g3a29d50d23c_1_19"/>
          <p:cNvSpPr txBox="1"/>
          <p:nvPr/>
        </p:nvSpPr>
        <p:spPr>
          <a:xfrm>
            <a:off x="5964250" y="4878025"/>
            <a:ext cx="2488800" cy="7071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3100">
                <a:solidFill>
                  <a:srgbClr val="3F3F3F"/>
                </a:solidFill>
                <a:latin typeface="Century Gothic"/>
                <a:ea typeface="Century Gothic"/>
                <a:cs typeface="Century Gothic"/>
                <a:sym typeface="Century Gothic"/>
              </a:rPr>
              <a:t>coverage</a:t>
            </a:r>
            <a:endParaRPr b="1" sz="3100">
              <a:solidFill>
                <a:srgbClr val="3F3F3F"/>
              </a:solidFill>
              <a:latin typeface="Century Gothic"/>
              <a:ea typeface="Century Gothic"/>
              <a:cs typeface="Century Gothic"/>
              <a:sym typeface="Century Gothic"/>
            </a:endParaRPr>
          </a:p>
        </p:txBody>
      </p:sp>
      <p:sp>
        <p:nvSpPr>
          <p:cNvPr id="308" name="Google Shape;308;g3a29d50d23c_1_19"/>
          <p:cNvSpPr txBox="1"/>
          <p:nvPr/>
        </p:nvSpPr>
        <p:spPr>
          <a:xfrm>
            <a:off x="1815900" y="4290125"/>
            <a:ext cx="2706000" cy="8946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3100">
                <a:solidFill>
                  <a:srgbClr val="3F3F3F"/>
                </a:solidFill>
                <a:latin typeface="Century Gothic"/>
                <a:ea typeface="Century Gothic"/>
                <a:cs typeface="Century Gothic"/>
                <a:sym typeface="Century Gothic"/>
              </a:rPr>
              <a:t>environment</a:t>
            </a:r>
            <a:endParaRPr b="1" sz="3100">
              <a:solidFill>
                <a:srgbClr val="3F3F3F"/>
              </a:solidFill>
              <a:latin typeface="Century Gothic"/>
              <a:ea typeface="Century Gothic"/>
              <a:cs typeface="Century Gothic"/>
              <a:sym typeface="Century Gothic"/>
            </a:endParaRPr>
          </a:p>
        </p:txBody>
      </p:sp>
      <p:sp>
        <p:nvSpPr>
          <p:cNvPr id="309" name="Google Shape;309;g3a29d50d23c_1_19"/>
          <p:cNvSpPr txBox="1"/>
          <p:nvPr/>
        </p:nvSpPr>
        <p:spPr>
          <a:xfrm>
            <a:off x="8938475" y="4034774"/>
            <a:ext cx="2814300" cy="8103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3100">
                <a:solidFill>
                  <a:srgbClr val="3F3F3F"/>
                </a:solidFill>
                <a:latin typeface="Century Gothic"/>
                <a:ea typeface="Century Gothic"/>
                <a:cs typeface="Century Gothic"/>
                <a:sym typeface="Century Gothic"/>
              </a:rPr>
              <a:t>sequences</a:t>
            </a:r>
            <a:endParaRPr b="1" sz="3100">
              <a:solidFill>
                <a:srgbClr val="3F3F3F"/>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6"/>
          <p:cNvSpPr txBox="1"/>
          <p:nvPr>
            <p:ph type="ctrTitle"/>
          </p:nvPr>
        </p:nvSpPr>
        <p:spPr>
          <a:xfrm>
            <a:off x="800392" y="5066523"/>
            <a:ext cx="8825658" cy="867854"/>
          </a:xfrm>
          <a:prstGeom prst="rect">
            <a:avLst/>
          </a:prstGeom>
          <a:noFill/>
          <a:ln>
            <a:noFill/>
          </a:ln>
        </p:spPr>
        <p:txBody>
          <a:bodyPr anchorCtr="0" anchor="b" bIns="45700" lIns="91425" spcFirstLastPara="1" rIns="91425" wrap="square" tIns="45700">
            <a:noAutofit/>
          </a:bodyPr>
          <a:lstStyle/>
          <a:p>
            <a:pPr indent="0" lvl="0" marL="0" rtl="1" algn="l">
              <a:lnSpc>
                <a:spcPct val="100000"/>
              </a:lnSpc>
              <a:spcBef>
                <a:spcPts val="0"/>
              </a:spcBef>
              <a:spcAft>
                <a:spcPts val="0"/>
              </a:spcAft>
              <a:buClr>
                <a:schemeClr val="lt2"/>
              </a:buClr>
              <a:buSzPts val="4400"/>
              <a:buFont typeface="Century Gothic"/>
              <a:buNone/>
            </a:pPr>
            <a:r>
              <a:rPr b="1" lang="en-US" sz="4400"/>
              <a:t>Creating a Simple UV</a:t>
            </a:r>
            <a:r>
              <a:rPr b="1" lang="en-US" sz="4400"/>
              <a:t>C </a:t>
            </a:r>
            <a:r>
              <a:rPr b="1" lang="en-US" sz="4400"/>
              <a:t>  </a:t>
            </a:r>
            <a:endParaRPr b="1" sz="4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7"/>
          <p:cNvSpPr txBox="1"/>
          <p:nvPr>
            <p:ph type="title"/>
          </p:nvPr>
        </p:nvSpPr>
        <p:spPr>
          <a:xfrm>
            <a:off x="623175" y="601254"/>
            <a:ext cx="9340200" cy="1079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b="1" lang="en-US"/>
              <a:t>A Simple UVC-</a:t>
            </a:r>
            <a:endParaRPr b="1"/>
          </a:p>
          <a:p>
            <a:pPr indent="0" lvl="0" marL="0" rtl="0" algn="l">
              <a:lnSpc>
                <a:spcPct val="100000"/>
              </a:lnSpc>
              <a:spcBef>
                <a:spcPts val="0"/>
              </a:spcBef>
              <a:spcAft>
                <a:spcPts val="0"/>
              </a:spcAft>
              <a:buClr>
                <a:schemeClr val="lt2"/>
              </a:buClr>
              <a:buSzPts val="3600"/>
              <a:buFont typeface="Century Gothic"/>
              <a:buNone/>
            </a:pPr>
            <a:r>
              <a:rPr b="1" lang="en-US"/>
              <a:t>uvm verification component</a:t>
            </a:r>
            <a:endParaRPr b="1"/>
          </a:p>
        </p:txBody>
      </p:sp>
      <p:pic>
        <p:nvPicPr>
          <p:cNvPr id="320" name="Google Shape;320;p7"/>
          <p:cNvPicPr preferRelativeResize="0"/>
          <p:nvPr>
            <p:ph idx="1" type="body"/>
          </p:nvPr>
        </p:nvPicPr>
        <p:blipFill rotWithShape="1">
          <a:blip r:embed="rId3">
            <a:alphaModFix/>
          </a:blip>
          <a:srcRect b="0" l="0" r="0" t="0"/>
          <a:stretch/>
        </p:blipFill>
        <p:spPr>
          <a:xfrm>
            <a:off x="4482211" y="2603500"/>
            <a:ext cx="2171890" cy="3416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The agent’s kinds in our project</a:t>
            </a:r>
            <a:endParaRPr b="1"/>
          </a:p>
        </p:txBody>
      </p:sp>
      <p:pic>
        <p:nvPicPr>
          <p:cNvPr id="326" name="Google Shape;326;p8"/>
          <p:cNvPicPr preferRelativeResize="0"/>
          <p:nvPr>
            <p:ph idx="1" type="body"/>
          </p:nvPr>
        </p:nvPicPr>
        <p:blipFill rotWithShape="1">
          <a:blip r:embed="rId3">
            <a:alphaModFix/>
          </a:blip>
          <a:srcRect b="0" l="0" r="0" t="0"/>
          <a:stretch/>
        </p:blipFill>
        <p:spPr>
          <a:xfrm>
            <a:off x="6836914" y="2468032"/>
            <a:ext cx="3638999" cy="3416300"/>
          </a:xfrm>
          <a:prstGeom prst="rect">
            <a:avLst/>
          </a:prstGeom>
          <a:noFill/>
          <a:ln>
            <a:noFill/>
          </a:ln>
        </p:spPr>
      </p:pic>
      <p:sp>
        <p:nvSpPr>
          <p:cNvPr id="327" name="Google Shape;327;p8"/>
          <p:cNvSpPr txBox="1"/>
          <p:nvPr/>
        </p:nvSpPr>
        <p:spPr>
          <a:xfrm>
            <a:off x="643575" y="2603500"/>
            <a:ext cx="60882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Century Gothic"/>
                <a:ea typeface="Century Gothic"/>
                <a:cs typeface="Century Gothic"/>
                <a:sym typeface="Century Gothic"/>
              </a:rPr>
              <a:t>YAPP</a:t>
            </a:r>
            <a:r>
              <a:rPr b="0" i="0" lang="en-US" sz="1800" u="none" cap="none" strike="noStrike">
                <a:solidFill>
                  <a:schemeClr val="dk1"/>
                </a:solidFill>
                <a:latin typeface="Century Gothic"/>
                <a:ea typeface="Century Gothic"/>
                <a:cs typeface="Century Gothic"/>
                <a:sym typeface="Century Gothic"/>
              </a:rPr>
              <a:t> – active - injects the packets to DUT.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Century Gothic"/>
                <a:ea typeface="Century Gothic"/>
                <a:cs typeface="Century Gothic"/>
                <a:sym typeface="Century Gothic"/>
              </a:rPr>
              <a:t>HBUS</a:t>
            </a:r>
            <a:r>
              <a:rPr b="0" i="0" lang="en-US" sz="1800" u="none" cap="none" strike="noStrike">
                <a:solidFill>
                  <a:schemeClr val="dk1"/>
                </a:solidFill>
                <a:latin typeface="Century Gothic"/>
                <a:ea typeface="Century Gothic"/>
                <a:cs typeface="Century Gothic"/>
                <a:sym typeface="Century Gothic"/>
              </a:rPr>
              <a:t> – active – Interface for the configuration of the DUT.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Century Gothic"/>
                <a:ea typeface="Century Gothic"/>
                <a:cs typeface="Century Gothic"/>
                <a:sym typeface="Century Gothic"/>
              </a:rPr>
              <a:t>CHANNEL</a:t>
            </a:r>
            <a:r>
              <a:rPr b="0" i="0" lang="en-US" sz="1800" u="none" cap="none" strike="noStrike">
                <a:solidFill>
                  <a:schemeClr val="dk1"/>
                </a:solidFill>
                <a:latin typeface="Century Gothic"/>
                <a:ea typeface="Century Gothic"/>
                <a:cs typeface="Century Gothic"/>
                <a:sym typeface="Century Gothic"/>
              </a:rPr>
              <a:t> – </a:t>
            </a:r>
            <a:r>
              <a:rPr lang="en-US" sz="1800">
                <a:solidFill>
                  <a:schemeClr val="dk1"/>
                </a:solidFill>
                <a:latin typeface="Century Gothic"/>
                <a:ea typeface="Century Gothic"/>
                <a:cs typeface="Century Gothic"/>
                <a:sym typeface="Century Gothic"/>
              </a:rPr>
              <a:t>active-slave</a:t>
            </a:r>
            <a:r>
              <a:rPr b="0" i="0" lang="en-US" sz="1800" u="none" cap="none" strike="noStrike">
                <a:solidFill>
                  <a:schemeClr val="dk1"/>
                </a:solidFill>
                <a:latin typeface="Century Gothic"/>
                <a:ea typeface="Century Gothic"/>
                <a:cs typeface="Century Gothic"/>
                <a:sym typeface="Century Gothic"/>
              </a:rPr>
              <a:t> - collect information from the DUT  and forward it to the scoreboard.</a:t>
            </a:r>
            <a:endParaRPr sz="18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lang="en-US" sz="1800">
                <a:solidFill>
                  <a:schemeClr val="dk1"/>
                </a:solidFill>
                <a:latin typeface="Century Gothic"/>
                <a:ea typeface="Century Gothic"/>
                <a:cs typeface="Century Gothic"/>
                <a:sym typeface="Century Gothic"/>
              </a:rPr>
              <a:t>its drive suspend signal to the DUT</a:t>
            </a:r>
            <a:r>
              <a:rPr lang="en-US" sz="1800">
                <a:solidFill>
                  <a:schemeClr val="dk1"/>
                </a:solidFill>
                <a:latin typeface="Century Gothic"/>
                <a:ea typeface="Century Gothic"/>
                <a:cs typeface="Century Gothic"/>
                <a:sym typeface="Century Gothic"/>
              </a:rPr>
              <a:t>.</a:t>
            </a:r>
            <a:endParaRPr sz="18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Creating the Agent : Declaration</a:t>
            </a:r>
            <a:endParaRPr b="1"/>
          </a:p>
        </p:txBody>
      </p:sp>
      <p:pic>
        <p:nvPicPr>
          <p:cNvPr id="333" name="Google Shape;333;p9"/>
          <p:cNvPicPr preferRelativeResize="0"/>
          <p:nvPr>
            <p:ph idx="1" type="body"/>
          </p:nvPr>
        </p:nvPicPr>
        <p:blipFill rotWithShape="1">
          <a:blip r:embed="rId3">
            <a:alphaModFix/>
          </a:blip>
          <a:srcRect b="0" l="0" r="0" t="0"/>
          <a:stretch/>
        </p:blipFill>
        <p:spPr>
          <a:xfrm>
            <a:off x="2254648" y="2603500"/>
            <a:ext cx="6627017" cy="3416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0"/>
          <p:cNvSpPr txBox="1"/>
          <p:nvPr>
            <p:ph type="title"/>
          </p:nvPr>
        </p:nvSpPr>
        <p:spPr>
          <a:xfrm>
            <a:off x="1154954" y="973668"/>
            <a:ext cx="9205287"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Creating the Agent : Build and Connect</a:t>
            </a:r>
            <a:endParaRPr b="1"/>
          </a:p>
        </p:txBody>
      </p:sp>
      <p:pic>
        <p:nvPicPr>
          <p:cNvPr id="339" name="Google Shape;339;p10"/>
          <p:cNvPicPr preferRelativeResize="0"/>
          <p:nvPr>
            <p:ph idx="1" type="body"/>
          </p:nvPr>
        </p:nvPicPr>
        <p:blipFill rotWithShape="1">
          <a:blip r:embed="rId3">
            <a:alphaModFix/>
          </a:blip>
          <a:srcRect b="0" l="0" r="0" t="0"/>
          <a:stretch/>
        </p:blipFill>
        <p:spPr>
          <a:xfrm>
            <a:off x="2428443" y="2603500"/>
            <a:ext cx="6279426" cy="3416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The Driver</a:t>
            </a:r>
            <a:endParaRPr b="1"/>
          </a:p>
        </p:txBody>
      </p:sp>
      <p:pic>
        <p:nvPicPr>
          <p:cNvPr id="345" name="Google Shape;345;p12"/>
          <p:cNvPicPr preferRelativeResize="0"/>
          <p:nvPr>
            <p:ph idx="1" type="body"/>
          </p:nvPr>
        </p:nvPicPr>
        <p:blipFill rotWithShape="1">
          <a:blip r:embed="rId3">
            <a:alphaModFix/>
          </a:blip>
          <a:srcRect b="0" l="0" r="0" t="0"/>
          <a:stretch/>
        </p:blipFill>
        <p:spPr>
          <a:xfrm>
            <a:off x="1649086" y="2563550"/>
            <a:ext cx="6346800" cy="341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3a29d50d23c_1_27"/>
          <p:cNvSpPr txBox="1"/>
          <p:nvPr>
            <p:ph type="title"/>
          </p:nvPr>
        </p:nvSpPr>
        <p:spPr>
          <a:xfrm>
            <a:off x="915257" y="720654"/>
            <a:ext cx="8761500" cy="707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a:t>S</a:t>
            </a:r>
            <a:r>
              <a:rPr b="1" lang="en-US"/>
              <a:t>end To DUT</a:t>
            </a:r>
            <a:endParaRPr b="1"/>
          </a:p>
        </p:txBody>
      </p:sp>
      <p:pic>
        <p:nvPicPr>
          <p:cNvPr id="352" name="Google Shape;352;g3a29d50d23c_1_27"/>
          <p:cNvPicPr preferRelativeResize="0"/>
          <p:nvPr/>
        </p:nvPicPr>
        <p:blipFill>
          <a:blip r:embed="rId3">
            <a:alphaModFix/>
          </a:blip>
          <a:stretch>
            <a:fillRect/>
          </a:stretch>
        </p:blipFill>
        <p:spPr>
          <a:xfrm>
            <a:off x="109418" y="1438850"/>
            <a:ext cx="9016911" cy="4414050"/>
          </a:xfrm>
          <a:prstGeom prst="rect">
            <a:avLst/>
          </a:prstGeom>
          <a:noFill/>
          <a:ln>
            <a:noFill/>
          </a:ln>
        </p:spPr>
      </p:pic>
      <p:pic>
        <p:nvPicPr>
          <p:cNvPr id="353" name="Google Shape;353;g3a29d50d23c_1_27"/>
          <p:cNvPicPr preferRelativeResize="0"/>
          <p:nvPr/>
        </p:nvPicPr>
        <p:blipFill>
          <a:blip r:embed="rId4">
            <a:alphaModFix/>
          </a:blip>
          <a:stretch>
            <a:fillRect/>
          </a:stretch>
        </p:blipFill>
        <p:spPr>
          <a:xfrm>
            <a:off x="5925" y="5936375"/>
            <a:ext cx="15101902" cy="921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4"/>
          <p:cNvSpPr txBox="1"/>
          <p:nvPr>
            <p:ph type="ctrTitle"/>
          </p:nvPr>
        </p:nvSpPr>
        <p:spPr>
          <a:xfrm>
            <a:off x="903029" y="5066523"/>
            <a:ext cx="4620694" cy="886516"/>
          </a:xfrm>
          <a:prstGeom prst="rect">
            <a:avLst/>
          </a:prstGeom>
          <a:noFill/>
          <a:ln>
            <a:noFill/>
          </a:ln>
        </p:spPr>
        <p:txBody>
          <a:bodyPr anchorCtr="0" anchor="b" bIns="45700" lIns="91425" spcFirstLastPara="1" rIns="91425" wrap="square" tIns="45700">
            <a:noAutofit/>
          </a:bodyPr>
          <a:lstStyle/>
          <a:p>
            <a:pPr indent="0" lvl="0" marL="0" rtl="1" algn="l">
              <a:lnSpc>
                <a:spcPct val="100000"/>
              </a:lnSpc>
              <a:spcBef>
                <a:spcPts val="0"/>
              </a:spcBef>
              <a:spcAft>
                <a:spcPts val="0"/>
              </a:spcAft>
              <a:buClr>
                <a:schemeClr val="lt2"/>
              </a:buClr>
              <a:buSzPts val="4400"/>
              <a:buFont typeface="Century Gothic"/>
              <a:buNone/>
            </a:pPr>
            <a:r>
              <a:rPr b="1" lang="en-US" sz="4400"/>
              <a:t>Using Factory</a:t>
            </a:r>
            <a:endParaRPr b="1" sz="4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Factory</a:t>
            </a:r>
            <a:endParaRPr b="1"/>
          </a:p>
        </p:txBody>
      </p:sp>
      <p:sp>
        <p:nvSpPr>
          <p:cNvPr id="364" name="Google Shape;364;p15"/>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40"/>
              <a:buNone/>
            </a:pPr>
            <a:r>
              <a:rPr lang="en-US" sz="1800"/>
              <a:t>Central location to create class instances</a:t>
            </a:r>
            <a:endParaRPr/>
          </a:p>
          <a:p>
            <a:pPr indent="-342900" lvl="0" marL="342900" rtl="0" algn="l">
              <a:lnSpc>
                <a:spcPct val="100000"/>
              </a:lnSpc>
              <a:spcBef>
                <a:spcPts val="1000"/>
              </a:spcBef>
              <a:spcAft>
                <a:spcPts val="0"/>
              </a:spcAft>
              <a:buSzPts val="1440"/>
              <a:buChar char="►"/>
            </a:pPr>
            <a:r>
              <a:rPr lang="en-US" sz="1800"/>
              <a:t> Each type is registered with factory</a:t>
            </a:r>
            <a:endParaRPr/>
          </a:p>
          <a:p>
            <a:pPr indent="-342900" lvl="0" marL="342900" rtl="0" algn="l">
              <a:lnSpc>
                <a:spcPct val="100000"/>
              </a:lnSpc>
              <a:spcBef>
                <a:spcPts val="1000"/>
              </a:spcBef>
              <a:spcAft>
                <a:spcPts val="0"/>
              </a:spcAft>
              <a:buSzPts val="1440"/>
              <a:buChar char="►"/>
            </a:pPr>
            <a:r>
              <a:rPr lang="en-US" sz="1800"/>
              <a:t> Instances created via factory call</a:t>
            </a:r>
            <a:endParaRPr/>
          </a:p>
          <a:p>
            <a:pPr indent="-285750" lvl="1" marL="742950" rtl="0" algn="l">
              <a:lnSpc>
                <a:spcPct val="100000"/>
              </a:lnSpc>
              <a:spcBef>
                <a:spcPts val="1000"/>
              </a:spcBef>
              <a:spcAft>
                <a:spcPts val="0"/>
              </a:spcAft>
              <a:buSzPts val="1280"/>
              <a:buChar char="►"/>
            </a:pPr>
            <a:r>
              <a:rPr lang="en-US"/>
              <a:t>	Not via class constructor</a:t>
            </a:r>
            <a:endParaRPr/>
          </a:p>
          <a:p>
            <a:pPr indent="-342900" lvl="0" marL="342900" rtl="0" algn="l">
              <a:lnSpc>
                <a:spcPct val="100000"/>
              </a:lnSpc>
              <a:spcBef>
                <a:spcPts val="1000"/>
              </a:spcBef>
              <a:spcAft>
                <a:spcPts val="0"/>
              </a:spcAft>
              <a:buSzPts val="1440"/>
              <a:buChar char="►"/>
            </a:pPr>
            <a:r>
              <a:rPr lang="en-US" sz="1800"/>
              <a:t> Apply override instructions to factory</a:t>
            </a:r>
            <a:endParaRPr/>
          </a:p>
          <a:p>
            <a:pPr indent="-285750" lvl="1" marL="742950" rtl="0" algn="l">
              <a:lnSpc>
                <a:spcPct val="100000"/>
              </a:lnSpc>
              <a:spcBef>
                <a:spcPts val="1000"/>
              </a:spcBef>
              <a:spcAft>
                <a:spcPts val="0"/>
              </a:spcAft>
              <a:buSzPts val="1280"/>
              <a:buChar char="►"/>
            </a:pPr>
            <a:r>
              <a:rPr lang="en-US"/>
              <a:t>	Make all yapp_packet instances short_packet instead</a:t>
            </a:r>
            <a:endParaRPr/>
          </a:p>
          <a:p>
            <a:pPr indent="-342900" lvl="0" marL="342900" rtl="0" algn="l">
              <a:lnSpc>
                <a:spcPct val="100000"/>
              </a:lnSpc>
              <a:spcBef>
                <a:spcPts val="1000"/>
              </a:spcBef>
              <a:spcAft>
                <a:spcPts val="0"/>
              </a:spcAft>
              <a:buSzPts val="1440"/>
              <a:buChar char="►"/>
            </a:pPr>
            <a:r>
              <a:rPr lang="en-US" sz="1800"/>
              <a:t> Factory returns class instance</a:t>
            </a:r>
            <a:endParaRPr/>
          </a:p>
          <a:p>
            <a:pPr indent="-251459" lvl="0" marL="342900" rtl="1" algn="l">
              <a:lnSpc>
                <a:spcPct val="100000"/>
              </a:lnSpc>
              <a:spcBef>
                <a:spcPts val="1000"/>
              </a:spcBef>
              <a:spcAft>
                <a:spcPts val="0"/>
              </a:spcAft>
              <a:buSzPts val="144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7"/>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Exampl</a:t>
            </a:r>
            <a:r>
              <a:rPr b="1" lang="en-US"/>
              <a:t>e</a:t>
            </a:r>
            <a:endParaRPr/>
          </a:p>
        </p:txBody>
      </p:sp>
      <p:grpSp>
        <p:nvGrpSpPr>
          <p:cNvPr id="370" name="Google Shape;370;p17"/>
          <p:cNvGrpSpPr/>
          <p:nvPr/>
        </p:nvGrpSpPr>
        <p:grpSpPr>
          <a:xfrm>
            <a:off x="709544" y="2392806"/>
            <a:ext cx="6743730" cy="2072361"/>
            <a:chOff x="815165" y="4455744"/>
            <a:chExt cx="5977424" cy="2010049"/>
          </a:xfrm>
        </p:grpSpPr>
        <p:grpSp>
          <p:nvGrpSpPr>
            <p:cNvPr id="371" name="Google Shape;371;p17"/>
            <p:cNvGrpSpPr/>
            <p:nvPr/>
          </p:nvGrpSpPr>
          <p:grpSpPr>
            <a:xfrm>
              <a:off x="815165" y="4455744"/>
              <a:ext cx="5977424" cy="2010049"/>
              <a:chOff x="843253" y="3875068"/>
              <a:chExt cx="6911939" cy="2324301"/>
            </a:xfrm>
          </p:grpSpPr>
          <p:pic>
            <p:nvPicPr>
              <p:cNvPr id="372" name="Google Shape;372;p17"/>
              <p:cNvPicPr preferRelativeResize="0"/>
              <p:nvPr/>
            </p:nvPicPr>
            <p:blipFill rotWithShape="1">
              <a:blip r:embed="rId3">
                <a:alphaModFix/>
              </a:blip>
              <a:srcRect b="0" l="0" r="0" t="0"/>
              <a:stretch/>
            </p:blipFill>
            <p:spPr>
              <a:xfrm>
                <a:off x="843253" y="3875068"/>
                <a:ext cx="6911939" cy="2324301"/>
              </a:xfrm>
              <a:prstGeom prst="rect">
                <a:avLst/>
              </a:prstGeom>
              <a:noFill/>
              <a:ln>
                <a:noFill/>
              </a:ln>
            </p:spPr>
          </p:pic>
          <p:sp>
            <p:nvSpPr>
              <p:cNvPr id="373" name="Google Shape;373;p17"/>
              <p:cNvSpPr/>
              <p:nvPr/>
            </p:nvSpPr>
            <p:spPr>
              <a:xfrm>
                <a:off x="3769567" y="4114738"/>
                <a:ext cx="2823272" cy="72471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74" name="Google Shape;374;p17"/>
              <p:cNvSpPr/>
              <p:nvPr/>
            </p:nvSpPr>
            <p:spPr>
              <a:xfrm>
                <a:off x="4931920" y="4312500"/>
                <a:ext cx="2823272" cy="72471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75" name="Google Shape;375;p17"/>
              <p:cNvSpPr/>
              <p:nvPr/>
            </p:nvSpPr>
            <p:spPr>
              <a:xfrm>
                <a:off x="2357930" y="5245770"/>
                <a:ext cx="5397261" cy="83458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376" name="Google Shape;376;p17"/>
            <p:cNvSpPr/>
            <p:nvPr/>
          </p:nvSpPr>
          <p:spPr>
            <a:xfrm>
              <a:off x="1199018" y="5448525"/>
              <a:ext cx="5453615" cy="219509"/>
            </a:xfrm>
            <a:prstGeom prst="rect">
              <a:avLst/>
            </a:prstGeom>
            <a:solidFill>
              <a:schemeClr val="accent2">
                <a:alpha val="1529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377" name="Google Shape;377;p17"/>
          <p:cNvGrpSpPr/>
          <p:nvPr/>
        </p:nvGrpSpPr>
        <p:grpSpPr>
          <a:xfrm>
            <a:off x="709561" y="4731192"/>
            <a:ext cx="11286690" cy="1696981"/>
            <a:chOff x="810305" y="1549751"/>
            <a:chExt cx="9731583" cy="1463167"/>
          </a:xfrm>
        </p:grpSpPr>
        <p:grpSp>
          <p:nvGrpSpPr>
            <p:cNvPr id="378" name="Google Shape;378;p17"/>
            <p:cNvGrpSpPr/>
            <p:nvPr/>
          </p:nvGrpSpPr>
          <p:grpSpPr>
            <a:xfrm>
              <a:off x="810305" y="1549751"/>
              <a:ext cx="9731583" cy="1463167"/>
              <a:chOff x="810305" y="1549751"/>
              <a:chExt cx="9731583" cy="1463167"/>
            </a:xfrm>
          </p:grpSpPr>
          <p:pic>
            <p:nvPicPr>
              <p:cNvPr id="379" name="Google Shape;379;p17"/>
              <p:cNvPicPr preferRelativeResize="0"/>
              <p:nvPr/>
            </p:nvPicPr>
            <p:blipFill rotWithShape="1">
              <a:blip r:embed="rId4">
                <a:alphaModFix/>
              </a:blip>
              <a:srcRect b="0" l="0" r="0" t="0"/>
              <a:stretch/>
            </p:blipFill>
            <p:spPr>
              <a:xfrm>
                <a:off x="810305" y="1549751"/>
                <a:ext cx="9731583" cy="1463167"/>
              </a:xfrm>
              <a:prstGeom prst="rect">
                <a:avLst/>
              </a:prstGeom>
              <a:noFill/>
              <a:ln>
                <a:noFill/>
              </a:ln>
            </p:spPr>
          </p:pic>
          <p:sp>
            <p:nvSpPr>
              <p:cNvPr id="380" name="Google Shape;380;p17"/>
              <p:cNvSpPr/>
              <p:nvPr/>
            </p:nvSpPr>
            <p:spPr>
              <a:xfrm>
                <a:off x="6477254" y="1549751"/>
                <a:ext cx="2361900" cy="839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381" name="Google Shape;381;p17"/>
            <p:cNvSpPr/>
            <p:nvPr/>
          </p:nvSpPr>
          <p:spPr>
            <a:xfrm>
              <a:off x="1221323" y="2389527"/>
              <a:ext cx="9228900" cy="212700"/>
            </a:xfrm>
            <a:prstGeom prst="rect">
              <a:avLst/>
            </a:prstGeom>
            <a:solidFill>
              <a:schemeClr val="accent2">
                <a:alpha val="1529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82" name="Google Shape;382;p17"/>
            <p:cNvSpPr/>
            <p:nvPr/>
          </p:nvSpPr>
          <p:spPr>
            <a:xfrm>
              <a:off x="1085121" y="1741903"/>
              <a:ext cx="3608100" cy="222000"/>
            </a:xfrm>
            <a:prstGeom prst="rect">
              <a:avLst/>
            </a:prstGeom>
            <a:solidFill>
              <a:schemeClr val="accent2">
                <a:alpha val="1529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0"/>
          <p:cNvSpPr txBox="1"/>
          <p:nvPr>
            <p:ph type="ctrTitle"/>
          </p:nvPr>
        </p:nvSpPr>
        <p:spPr>
          <a:xfrm>
            <a:off x="781731" y="3564294"/>
            <a:ext cx="8825658" cy="1688948"/>
          </a:xfrm>
          <a:prstGeom prst="rect">
            <a:avLst/>
          </a:prstGeom>
          <a:noFill/>
          <a:ln>
            <a:noFill/>
          </a:ln>
        </p:spPr>
        <p:txBody>
          <a:bodyPr anchorCtr="0" anchor="b" bIns="45700" lIns="91425" spcFirstLastPara="1" rIns="91425" wrap="square" tIns="45700">
            <a:noAutofit/>
          </a:bodyPr>
          <a:lstStyle/>
          <a:p>
            <a:pPr indent="0" lvl="0" marL="0" rtl="1" algn="l">
              <a:lnSpc>
                <a:spcPct val="100000"/>
              </a:lnSpc>
              <a:spcBef>
                <a:spcPts val="0"/>
              </a:spcBef>
              <a:spcAft>
                <a:spcPts val="0"/>
              </a:spcAft>
              <a:buClr>
                <a:schemeClr val="lt2"/>
              </a:buClr>
              <a:buSzPts val="5400"/>
              <a:buFont typeface="Century Gothic"/>
              <a:buNone/>
            </a:pPr>
            <a:r>
              <a:rPr b="1" lang="en-US"/>
              <a:t>configuration</a:t>
            </a:r>
            <a:endParaRPr b="1"/>
          </a:p>
          <a:p>
            <a:pPr indent="0" lvl="0" marL="0" rtl="0" algn="l">
              <a:lnSpc>
                <a:spcPct val="100000"/>
              </a:lnSpc>
              <a:spcBef>
                <a:spcPts val="0"/>
              </a:spcBef>
              <a:spcAft>
                <a:spcPts val="0"/>
              </a:spcAft>
              <a:buClr>
                <a:schemeClr val="lt2"/>
              </a:buClr>
              <a:buSzPts val="5400"/>
              <a:buFont typeface="Century Gothic"/>
              <a:buNone/>
            </a:pPr>
            <a:r>
              <a:rPr b="1" lang="en-US" sz="4300"/>
              <a:t>uvm_config_db</a:t>
            </a:r>
            <a:endParaRPr b="1" sz="4300"/>
          </a:p>
        </p:txBody>
      </p:sp>
      <p:sp>
        <p:nvSpPr>
          <p:cNvPr id="388" name="Google Shape;388;p20"/>
          <p:cNvSpPr txBox="1"/>
          <p:nvPr>
            <p:ph idx="1" type="subTitle"/>
          </p:nvPr>
        </p:nvSpPr>
        <p:spPr>
          <a:xfrm>
            <a:off x="856376" y="5393202"/>
            <a:ext cx="6865094" cy="556619"/>
          </a:xfrm>
          <a:prstGeom prst="rect">
            <a:avLst/>
          </a:prstGeom>
          <a:noFill/>
          <a:ln>
            <a:noFill/>
          </a:ln>
        </p:spPr>
        <p:txBody>
          <a:bodyPr anchorCtr="0" anchor="t" bIns="45700" lIns="91425" spcFirstLastPara="1" rIns="91425" wrap="square" tIns="45700">
            <a:normAutofit fontScale="92500" lnSpcReduction="10000"/>
          </a:bodyPr>
          <a:lstStyle/>
          <a:p>
            <a:pPr indent="0" lvl="0" marL="0" rtl="1" algn="l">
              <a:lnSpc>
                <a:spcPct val="100000"/>
              </a:lnSpc>
              <a:spcBef>
                <a:spcPts val="0"/>
              </a:spcBef>
              <a:spcAft>
                <a:spcPts val="0"/>
              </a:spcAft>
              <a:buSzPct val="80000"/>
              <a:buNone/>
            </a:pPr>
            <a:r>
              <a:rPr lang="en-US" sz="1700" cap="none"/>
              <a:t>Configuration allows for the customization</a:t>
            </a:r>
            <a:endParaRPr/>
          </a:p>
          <a:p>
            <a:pPr indent="0" lvl="0" marL="0" rtl="1" algn="l">
              <a:lnSpc>
                <a:spcPct val="100000"/>
              </a:lnSpc>
              <a:spcBef>
                <a:spcPts val="0"/>
              </a:spcBef>
              <a:spcAft>
                <a:spcPts val="0"/>
              </a:spcAft>
              <a:buSzPct val="80000"/>
              <a:buNone/>
            </a:pPr>
            <a:r>
              <a:rPr lang="en-US" sz="1700" cap="none"/>
              <a:t> and control of system properties and behaviors</a:t>
            </a:r>
            <a:r>
              <a:rPr lang="en-US" cap="none"/>
              <a:t>.</a:t>
            </a:r>
            <a:endParaRPr cap="non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1"/>
          <p:cNvSpPr txBox="1"/>
          <p:nvPr>
            <p:ph type="title"/>
          </p:nvPr>
        </p:nvSpPr>
        <p:spPr>
          <a:xfrm>
            <a:off x="812054" y="992718"/>
            <a:ext cx="10360771"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Configuring Topology</a:t>
            </a:r>
            <a:endParaRPr b="1"/>
          </a:p>
        </p:txBody>
      </p:sp>
      <p:sp>
        <p:nvSpPr>
          <p:cNvPr id="394" name="Google Shape;394;p21"/>
          <p:cNvSpPr txBox="1"/>
          <p:nvPr>
            <p:ph idx="1" type="body"/>
          </p:nvPr>
        </p:nvSpPr>
        <p:spPr>
          <a:xfrm>
            <a:off x="812054" y="2813782"/>
            <a:ext cx="6970941" cy="3017006"/>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440"/>
              <a:buFont typeface="Noto Sans Symbols"/>
              <a:buChar char="►"/>
            </a:pPr>
            <a:r>
              <a:rPr lang="en-US" sz="1800"/>
              <a:t>Control topology during the build, for example:</a:t>
            </a:r>
            <a:endParaRPr/>
          </a:p>
          <a:p>
            <a:pPr indent="-285750" lvl="1" marL="742950" rtl="0" algn="l">
              <a:lnSpc>
                <a:spcPct val="100000"/>
              </a:lnSpc>
              <a:spcBef>
                <a:spcPts val="1000"/>
              </a:spcBef>
              <a:spcAft>
                <a:spcPts val="0"/>
              </a:spcAft>
              <a:buSzPts val="1280"/>
              <a:buFont typeface="Noto Sans Symbols"/>
              <a:buChar char="►"/>
            </a:pPr>
            <a:r>
              <a:rPr lang="en-US" sz="1600"/>
              <a:t>Set UVC agent active or passive.</a:t>
            </a:r>
            <a:endParaRPr/>
          </a:p>
          <a:p>
            <a:pPr indent="-285750" lvl="1" marL="742950" rtl="0" algn="l">
              <a:lnSpc>
                <a:spcPct val="100000"/>
              </a:lnSpc>
              <a:spcBef>
                <a:spcPts val="1000"/>
              </a:spcBef>
              <a:spcAft>
                <a:spcPts val="0"/>
              </a:spcAft>
              <a:buSzPts val="1280"/>
              <a:buFont typeface="Noto Sans Symbols"/>
              <a:buChar char="►"/>
            </a:pPr>
            <a:r>
              <a:rPr lang="en-US" sz="1600"/>
              <a:t>Set the number of UVC master and slave agents.</a:t>
            </a:r>
            <a:endParaRPr/>
          </a:p>
          <a:p>
            <a:pPr indent="-342900" lvl="0" marL="342900" rtl="0" algn="l">
              <a:lnSpc>
                <a:spcPct val="100000"/>
              </a:lnSpc>
              <a:spcBef>
                <a:spcPts val="1000"/>
              </a:spcBef>
              <a:spcAft>
                <a:spcPts val="0"/>
              </a:spcAft>
              <a:buSzPts val="1440"/>
              <a:buFont typeface="Noto Sans Symbols"/>
              <a:buChar char="►"/>
            </a:pPr>
            <a:r>
              <a:rPr lang="en-US"/>
              <a:t>Properties must be set before components are created</a:t>
            </a:r>
            <a:endParaRPr/>
          </a:p>
          <a:p>
            <a:pPr indent="-342900" lvl="0" marL="342900" rtl="0" algn="l">
              <a:lnSpc>
                <a:spcPct val="100000"/>
              </a:lnSpc>
              <a:spcBef>
                <a:spcPts val="1000"/>
              </a:spcBef>
              <a:spcAft>
                <a:spcPts val="0"/>
              </a:spcAft>
              <a:buSzPts val="1440"/>
              <a:buFont typeface="Noto Sans Symbols"/>
              <a:buChar char="►"/>
            </a:pPr>
            <a:r>
              <a:rPr lang="en-US"/>
              <a:t>The config database is searched </a:t>
            </a:r>
            <a:endParaRPr/>
          </a:p>
          <a:p>
            <a:pPr indent="0" lvl="0" marL="0" rtl="0" algn="l">
              <a:lnSpc>
                <a:spcPct val="100000"/>
              </a:lnSpc>
              <a:spcBef>
                <a:spcPts val="1000"/>
              </a:spcBef>
              <a:spcAft>
                <a:spcPts val="0"/>
              </a:spcAft>
              <a:buSzPts val="1440"/>
              <a:buNone/>
            </a:pPr>
            <a:r>
              <a:rPr lang="en-US"/>
              <a:t>      for a matching pathname and field name</a:t>
            </a:r>
            <a:endParaRPr/>
          </a:p>
          <a:p>
            <a:pPr indent="-342900" lvl="0" marL="342900" rtl="0" algn="l">
              <a:lnSpc>
                <a:spcPct val="100000"/>
              </a:lnSpc>
              <a:spcBef>
                <a:spcPts val="1000"/>
              </a:spcBef>
              <a:spcAft>
                <a:spcPts val="0"/>
              </a:spcAft>
              <a:buSzPts val="1440"/>
              <a:buFont typeface="Noto Sans Symbols"/>
              <a:buChar char="►"/>
            </a:pPr>
            <a:r>
              <a:rPr lang="en-US"/>
              <a:t>Settings are applied only when match is found</a:t>
            </a:r>
            <a:endParaRPr/>
          </a:p>
          <a:p>
            <a:pPr indent="0" lvl="0" marL="0" rtl="0" algn="l">
              <a:lnSpc>
                <a:spcPct val="100000"/>
              </a:lnSpc>
              <a:spcBef>
                <a:spcPts val="1000"/>
              </a:spcBef>
              <a:spcAft>
                <a:spcPts val="0"/>
              </a:spcAft>
              <a:buSzPts val="144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Example</a:t>
            </a:r>
            <a:endParaRPr/>
          </a:p>
        </p:txBody>
      </p:sp>
      <p:pic>
        <p:nvPicPr>
          <p:cNvPr id="400" name="Google Shape;400;p22"/>
          <p:cNvPicPr preferRelativeResize="0"/>
          <p:nvPr/>
        </p:nvPicPr>
        <p:blipFill rotWithShape="1">
          <a:blip r:embed="rId3">
            <a:alphaModFix/>
          </a:blip>
          <a:srcRect b="0" l="0" r="0" t="0"/>
          <a:stretch/>
        </p:blipFill>
        <p:spPr>
          <a:xfrm>
            <a:off x="389819" y="5883144"/>
            <a:ext cx="5327307" cy="458968"/>
          </a:xfrm>
          <a:prstGeom prst="rect">
            <a:avLst/>
          </a:prstGeom>
          <a:noFill/>
          <a:ln>
            <a:noFill/>
          </a:ln>
        </p:spPr>
      </p:pic>
      <p:sp>
        <p:nvSpPr>
          <p:cNvPr id="401" name="Google Shape;401;p22"/>
          <p:cNvSpPr txBox="1"/>
          <p:nvPr/>
        </p:nvSpPr>
        <p:spPr>
          <a:xfrm>
            <a:off x="389825" y="5392290"/>
            <a:ext cx="863224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860C4C"/>
                </a:solidFill>
                <a:latin typeface="Century Gothic"/>
                <a:ea typeface="Century Gothic"/>
                <a:cs typeface="Century Gothic"/>
                <a:sym typeface="Century Gothic"/>
              </a:rPr>
              <a:t>--------------------------------------------------</a:t>
            </a:r>
            <a:endParaRPr b="0" i="0" sz="4400" u="none" cap="none" strike="noStrike">
              <a:solidFill>
                <a:srgbClr val="860C4C"/>
              </a:solidFill>
              <a:latin typeface="Century Gothic"/>
              <a:ea typeface="Century Gothic"/>
              <a:cs typeface="Century Gothic"/>
              <a:sym typeface="Century Gothic"/>
            </a:endParaRPr>
          </a:p>
        </p:txBody>
      </p:sp>
      <p:pic>
        <p:nvPicPr>
          <p:cNvPr id="402" name="Google Shape;402;p22"/>
          <p:cNvPicPr preferRelativeResize="0"/>
          <p:nvPr/>
        </p:nvPicPr>
        <p:blipFill>
          <a:blip r:embed="rId4">
            <a:alphaModFix/>
          </a:blip>
          <a:stretch>
            <a:fillRect/>
          </a:stretch>
        </p:blipFill>
        <p:spPr>
          <a:xfrm>
            <a:off x="389825" y="2210057"/>
            <a:ext cx="9677762" cy="3406858"/>
          </a:xfrm>
          <a:prstGeom prst="rect">
            <a:avLst/>
          </a:prstGeom>
          <a:noFill/>
          <a:ln>
            <a:noFill/>
          </a:ln>
        </p:spPr>
      </p:pic>
      <p:sp>
        <p:nvSpPr>
          <p:cNvPr id="403" name="Google Shape;403;p22"/>
          <p:cNvSpPr txBox="1"/>
          <p:nvPr/>
        </p:nvSpPr>
        <p:spPr>
          <a:xfrm>
            <a:off x="8028550" y="3475500"/>
            <a:ext cx="1550700" cy="446400"/>
          </a:xfrm>
          <a:prstGeom prst="rect">
            <a:avLst/>
          </a:prstGeom>
          <a:solidFill>
            <a:srgbClr val="FCECF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rgbClr val="3F3F3F"/>
                </a:solidFill>
                <a:latin typeface="Courier New"/>
                <a:ea typeface="Courier New"/>
                <a:cs typeface="Courier New"/>
                <a:sym typeface="Courier New"/>
              </a:rPr>
              <a:t>UVM_ACTIVE</a:t>
            </a:r>
            <a:endParaRPr sz="1700">
              <a:solidFill>
                <a:srgbClr val="3F3F3F"/>
              </a:solidFill>
              <a:latin typeface="Courier New"/>
              <a:ea typeface="Courier New"/>
              <a:cs typeface="Courier New"/>
              <a:sym typeface="Courier New"/>
            </a:endParaRPr>
          </a:p>
        </p:txBody>
      </p:sp>
      <p:sp>
        <p:nvSpPr>
          <p:cNvPr id="404" name="Google Shape;404;p22"/>
          <p:cNvSpPr/>
          <p:nvPr/>
        </p:nvSpPr>
        <p:spPr>
          <a:xfrm>
            <a:off x="8374775" y="4385188"/>
            <a:ext cx="1423800" cy="584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Gothic"/>
              <a:ea typeface="Century Gothic"/>
              <a:cs typeface="Century Gothic"/>
              <a:sym typeface="Century Gothic"/>
            </a:endParaRPr>
          </a:p>
        </p:txBody>
      </p:sp>
      <p:sp>
        <p:nvSpPr>
          <p:cNvPr id="405" name="Google Shape;405;p22"/>
          <p:cNvSpPr/>
          <p:nvPr/>
        </p:nvSpPr>
        <p:spPr>
          <a:xfrm>
            <a:off x="7932575" y="3892127"/>
            <a:ext cx="1866000" cy="18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Gothic"/>
              <a:ea typeface="Century Gothic"/>
              <a:cs typeface="Century Gothic"/>
              <a:sym typeface="Century Gothic"/>
            </a:endParaRPr>
          </a:p>
        </p:txBody>
      </p:sp>
      <p:sp>
        <p:nvSpPr>
          <p:cNvPr id="406" name="Google Shape;406;p22"/>
          <p:cNvSpPr/>
          <p:nvPr/>
        </p:nvSpPr>
        <p:spPr>
          <a:xfrm>
            <a:off x="8028550" y="3387225"/>
            <a:ext cx="1866000" cy="18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Checking</a:t>
            </a:r>
            <a:endParaRPr b="1"/>
          </a:p>
        </p:txBody>
      </p:sp>
      <p:sp>
        <p:nvSpPr>
          <p:cNvPr id="412" name="Google Shape;412;p23"/>
          <p:cNvSpPr txBox="1"/>
          <p:nvPr/>
        </p:nvSpPr>
        <p:spPr>
          <a:xfrm>
            <a:off x="686625" y="2566300"/>
            <a:ext cx="8825700" cy="1115700"/>
          </a:xfrm>
          <a:prstGeom prst="rect">
            <a:avLst/>
          </a:prstGeom>
          <a:noFill/>
          <a:ln>
            <a:noFill/>
          </a:ln>
        </p:spPr>
        <p:txBody>
          <a:bodyPr anchorCtr="0" anchor="t" bIns="45700" lIns="91425" spcFirstLastPara="1" rIns="91425" wrap="square" tIns="45700">
            <a:normAutofit lnSpcReduction="10000"/>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cap="none" strike="noStrike">
                <a:solidFill>
                  <a:srgbClr val="3F3F3F"/>
                </a:solidFill>
                <a:latin typeface="Century Gothic"/>
                <a:ea typeface="Century Gothic"/>
                <a:cs typeface="Century Gothic"/>
                <a:sym typeface="Century Gothic"/>
              </a:rPr>
              <a:t>Configurations can be checked by calling </a:t>
            </a:r>
            <a:r>
              <a:rPr b="0" i="0" lang="en-US" sz="1800" u="none" cap="none" strike="noStrike">
                <a:solidFill>
                  <a:srgbClr val="FF0000"/>
                </a:solidFill>
                <a:latin typeface="Century Gothic"/>
                <a:ea typeface="Century Gothic"/>
                <a:cs typeface="Century Gothic"/>
                <a:sym typeface="Century Gothic"/>
              </a:rPr>
              <a:t>check_config_usage();</a:t>
            </a:r>
            <a:endParaRPr b="0" i="0" sz="1400" u="none" cap="none" strike="noStrike">
              <a:solidFill>
                <a:srgbClr val="000000"/>
              </a:solidFill>
              <a:latin typeface="Arial"/>
              <a:ea typeface="Arial"/>
              <a:cs typeface="Arial"/>
              <a:sym typeface="Arial"/>
            </a:endParaRPr>
          </a:p>
          <a:p>
            <a:pPr indent="-251459" lvl="0" marL="342900" marR="0" rtl="0" algn="l">
              <a:lnSpc>
                <a:spcPct val="100000"/>
              </a:lnSpc>
              <a:spcBef>
                <a:spcPts val="1000"/>
              </a:spcBef>
              <a:spcAft>
                <a:spcPts val="0"/>
              </a:spcAft>
              <a:buClr>
                <a:schemeClr val="accent1"/>
              </a:buClr>
              <a:buSzPts val="1440"/>
              <a:buFont typeface="Noto Sans Symbols"/>
              <a:buNone/>
            </a:pPr>
            <a:r>
              <a:t/>
            </a:r>
            <a:endParaRPr b="0" i="0" sz="1800" u="none" cap="none" strike="noStrike">
              <a:solidFill>
                <a:srgbClr val="FF0000"/>
              </a:solidFill>
              <a:latin typeface="Century Gothic"/>
              <a:ea typeface="Century Gothic"/>
              <a:cs typeface="Century Gothic"/>
              <a:sym typeface="Century Gothic"/>
            </a:endParaRPr>
          </a:p>
          <a:p>
            <a:pPr indent="-251459" lvl="0" marL="342900" marR="0" rtl="0" algn="l">
              <a:lnSpc>
                <a:spcPct val="100000"/>
              </a:lnSpc>
              <a:spcBef>
                <a:spcPts val="1000"/>
              </a:spcBef>
              <a:spcAft>
                <a:spcPts val="0"/>
              </a:spcAft>
              <a:buClr>
                <a:schemeClr val="accent1"/>
              </a:buClr>
              <a:buSzPts val="1440"/>
              <a:buFont typeface="Noto Sans Symbols"/>
              <a:buNone/>
            </a:pPr>
            <a:r>
              <a:t/>
            </a:r>
            <a:endParaRPr b="0" i="0" sz="1800" u="none" cap="none" strike="noStrike">
              <a:solidFill>
                <a:srgbClr val="FF0000"/>
              </a:solidFill>
              <a:latin typeface="Century Gothic"/>
              <a:ea typeface="Century Gothic"/>
              <a:cs typeface="Century Gothic"/>
              <a:sym typeface="Century Gothic"/>
            </a:endParaRPr>
          </a:p>
        </p:txBody>
      </p:sp>
      <p:pic>
        <p:nvPicPr>
          <p:cNvPr id="413" name="Google Shape;413;p23"/>
          <p:cNvPicPr preferRelativeResize="0"/>
          <p:nvPr/>
        </p:nvPicPr>
        <p:blipFill>
          <a:blip r:embed="rId3">
            <a:alphaModFix/>
          </a:blip>
          <a:stretch>
            <a:fillRect/>
          </a:stretch>
        </p:blipFill>
        <p:spPr>
          <a:xfrm>
            <a:off x="841500" y="3281601"/>
            <a:ext cx="4897648" cy="172789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4"/>
          <p:cNvSpPr txBox="1"/>
          <p:nvPr>
            <p:ph type="ctrTitle"/>
          </p:nvPr>
        </p:nvSpPr>
        <p:spPr>
          <a:xfrm>
            <a:off x="772400" y="4917233"/>
            <a:ext cx="9211355" cy="1045135"/>
          </a:xfrm>
          <a:prstGeom prst="rect">
            <a:avLst/>
          </a:prstGeom>
          <a:noFill/>
          <a:ln>
            <a:noFill/>
          </a:ln>
        </p:spPr>
        <p:txBody>
          <a:bodyPr anchorCtr="0" anchor="b" bIns="45700" lIns="91425" spcFirstLastPara="1" rIns="91425" wrap="square" tIns="45700">
            <a:noAutofit/>
          </a:bodyPr>
          <a:lstStyle/>
          <a:p>
            <a:pPr indent="0" lvl="0" marL="0" rtl="1" algn="l">
              <a:lnSpc>
                <a:spcPct val="100000"/>
              </a:lnSpc>
              <a:spcBef>
                <a:spcPts val="0"/>
              </a:spcBef>
              <a:spcAft>
                <a:spcPts val="0"/>
              </a:spcAft>
              <a:buClr>
                <a:schemeClr val="lt2"/>
              </a:buClr>
              <a:buSzPts val="4400"/>
              <a:buFont typeface="Century Gothic"/>
              <a:buNone/>
            </a:pPr>
            <a:r>
              <a:rPr b="1" lang="en-US" sz="4400"/>
              <a:t>Generating UVM Sequences</a:t>
            </a:r>
            <a:endParaRPr b="1" sz="4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Sequences and UVCs Review </a:t>
            </a:r>
            <a:r>
              <a:rPr b="1" i="0" lang="en-US" u="none" strike="noStrike">
                <a:latin typeface="Arial"/>
                <a:ea typeface="Arial"/>
                <a:cs typeface="Arial"/>
                <a:sym typeface="Arial"/>
              </a:rPr>
              <a:t>   </a:t>
            </a:r>
            <a:endParaRPr/>
          </a:p>
        </p:txBody>
      </p:sp>
      <p:sp>
        <p:nvSpPr>
          <p:cNvPr id="424" name="Google Shape;424;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425" name="Google Shape;425;p25"/>
          <p:cNvPicPr preferRelativeResize="0"/>
          <p:nvPr/>
        </p:nvPicPr>
        <p:blipFill rotWithShape="1">
          <a:blip r:embed="rId3">
            <a:alphaModFix/>
          </a:blip>
          <a:srcRect b="0" l="0" r="0" t="0"/>
          <a:stretch/>
        </p:blipFill>
        <p:spPr>
          <a:xfrm>
            <a:off x="1436157" y="2363921"/>
            <a:ext cx="4900085" cy="4244708"/>
          </a:xfrm>
          <a:prstGeom prst="rect">
            <a:avLst/>
          </a:prstGeom>
          <a:noFill/>
          <a:ln>
            <a:noFill/>
          </a:ln>
        </p:spPr>
      </p:pic>
      <p:pic>
        <p:nvPicPr>
          <p:cNvPr id="426" name="Google Shape;426;p25"/>
          <p:cNvPicPr preferRelativeResize="0"/>
          <p:nvPr/>
        </p:nvPicPr>
        <p:blipFill rotWithShape="1">
          <a:blip r:embed="rId4">
            <a:alphaModFix/>
          </a:blip>
          <a:srcRect b="0" l="0" r="0" t="0"/>
          <a:stretch/>
        </p:blipFill>
        <p:spPr>
          <a:xfrm>
            <a:off x="7653031" y="2847853"/>
            <a:ext cx="2263336" cy="281964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6"/>
          <p:cNvSpPr txBox="1"/>
          <p:nvPr>
            <p:ph type="title"/>
          </p:nvPr>
        </p:nvSpPr>
        <p:spPr>
          <a:xfrm>
            <a:off x="859986" y="727588"/>
            <a:ext cx="8761413" cy="829220"/>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br>
              <a:rPr b="1" lang="en-US"/>
            </a:br>
            <a:r>
              <a:rPr b="1" lang="en-US"/>
              <a:t>Sequencer</a:t>
            </a:r>
            <a:br>
              <a:rPr b="1" lang="en-US"/>
            </a:br>
            <a:endParaRPr b="1"/>
          </a:p>
        </p:txBody>
      </p:sp>
      <p:sp>
        <p:nvSpPr>
          <p:cNvPr id="432" name="Google Shape;432;p26"/>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0" lvl="0" marL="0" rtl="0" algn="just">
              <a:lnSpc>
                <a:spcPct val="107000"/>
              </a:lnSpc>
              <a:spcBef>
                <a:spcPts val="0"/>
              </a:spcBef>
              <a:spcAft>
                <a:spcPts val="0"/>
              </a:spcAft>
              <a:buSzPts val="1120"/>
              <a:buNone/>
            </a:pPr>
            <a:r>
              <a:rPr lang="en-US" sz="1400">
                <a:solidFill>
                  <a:schemeClr val="dk1"/>
                </a:solidFill>
              </a:rPr>
              <a:t>We created a yapp_tx_sequencer class that inherits from uvm_sequencer,A sequencer is an intermediary that creates a connection between a sequencer </a:t>
            </a:r>
            <a:r>
              <a:rPr lang="en-US" sz="1400">
                <a:solidFill>
                  <a:schemeClr val="dk1"/>
                </a:solidFill>
                <a:latin typeface="Century Gothic"/>
                <a:ea typeface="Century Gothic"/>
                <a:cs typeface="Century Gothic"/>
                <a:sym typeface="Century Gothic"/>
              </a:rPr>
              <a:t>and</a:t>
            </a:r>
            <a:r>
              <a:rPr lang="en-US" sz="1400">
                <a:solidFill>
                  <a:schemeClr val="dk1"/>
                </a:solidFill>
              </a:rPr>
              <a:t> a driver. After that, it passes transactions or sequence item to the driver so that they can be driven to the DUT. The sequencer accepts yapp_packet as a parameter.</a:t>
            </a:r>
            <a:endParaRPr/>
          </a:p>
          <a:p>
            <a:pPr indent="0" lvl="0" marL="0" rtl="1" algn="ctr">
              <a:lnSpc>
                <a:spcPct val="100000"/>
              </a:lnSpc>
              <a:spcBef>
                <a:spcPts val="1800"/>
              </a:spcBef>
              <a:spcAft>
                <a:spcPts val="0"/>
              </a:spcAft>
              <a:buSzPts val="1440"/>
              <a:buNone/>
            </a:pPr>
            <a:r>
              <a:t/>
            </a:r>
            <a:endParaRPr/>
          </a:p>
          <a:p>
            <a:pPr indent="-251459" lvl="0" marL="342900" rtl="1" algn="ctr">
              <a:lnSpc>
                <a:spcPct val="100000"/>
              </a:lnSpc>
              <a:spcBef>
                <a:spcPts val="1000"/>
              </a:spcBef>
              <a:spcAft>
                <a:spcPts val="0"/>
              </a:spcAft>
              <a:buSzPts val="1440"/>
              <a:buNone/>
            </a:pPr>
            <a:r>
              <a:t/>
            </a:r>
            <a:endParaRPr/>
          </a:p>
        </p:txBody>
      </p:sp>
      <p:sp>
        <p:nvSpPr>
          <p:cNvPr id="433" name="Google Shape;433;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434" name="Google Shape;434;p26"/>
          <p:cNvPicPr preferRelativeResize="0"/>
          <p:nvPr/>
        </p:nvPicPr>
        <p:blipFill>
          <a:blip r:embed="rId3">
            <a:alphaModFix/>
          </a:blip>
          <a:stretch>
            <a:fillRect/>
          </a:stretch>
        </p:blipFill>
        <p:spPr>
          <a:xfrm>
            <a:off x="2043303" y="3717453"/>
            <a:ext cx="7048975" cy="272749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9"/>
          <p:cNvSpPr txBox="1"/>
          <p:nvPr>
            <p:ph type="title"/>
          </p:nvPr>
        </p:nvSpPr>
        <p:spPr>
          <a:xfrm>
            <a:off x="1001261" y="838200"/>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Objection Handling</a:t>
            </a:r>
            <a:endParaRPr b="1"/>
          </a:p>
        </p:txBody>
      </p:sp>
      <p:sp>
        <p:nvSpPr>
          <p:cNvPr id="440" name="Google Shape;440;p29"/>
          <p:cNvSpPr txBox="1"/>
          <p:nvPr>
            <p:ph idx="1" type="body"/>
          </p:nvPr>
        </p:nvSpPr>
        <p:spPr>
          <a:xfrm>
            <a:off x="1196954" y="2351350"/>
            <a:ext cx="8825700" cy="34164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just">
              <a:lnSpc>
                <a:spcPct val="127000"/>
              </a:lnSpc>
              <a:spcBef>
                <a:spcPts val="0"/>
              </a:spcBef>
              <a:spcAft>
                <a:spcPts val="0"/>
              </a:spcAft>
              <a:buSzPct val="80000"/>
              <a:buNone/>
            </a:pPr>
            <a:r>
              <a:rPr lang="en-US" sz="2900">
                <a:solidFill>
                  <a:schemeClr val="dk1"/>
                </a:solidFill>
                <a:latin typeface="Century Gothic"/>
                <a:ea typeface="Century Gothic"/>
                <a:cs typeface="Century Gothic"/>
                <a:sym typeface="Century Gothic"/>
              </a:rPr>
              <a:t>UVM uses an objection mechanism, based on consensus, to end simulation.</a:t>
            </a:r>
            <a:endParaRPr/>
          </a:p>
          <a:p>
            <a:pPr indent="0" lvl="0" marL="0" rtl="0" algn="just">
              <a:lnSpc>
                <a:spcPct val="127000"/>
              </a:lnSpc>
              <a:spcBef>
                <a:spcPts val="1800"/>
              </a:spcBef>
              <a:spcAft>
                <a:spcPts val="0"/>
              </a:spcAft>
              <a:buSzPct val="80000"/>
              <a:buNone/>
            </a:pPr>
            <a:r>
              <a:rPr lang="en-US" sz="2900">
                <a:solidFill>
                  <a:schemeClr val="dk1"/>
                </a:solidFill>
                <a:latin typeface="Century Gothic"/>
                <a:ea typeface="Century Gothic"/>
                <a:cs typeface="Century Gothic"/>
                <a:sym typeface="Century Gothic"/>
              </a:rPr>
              <a:t>As soon as UVM enters the run phase, it immediately tries to exit. A sequence needs to hold off the exit by raising an objection when it starts. </a:t>
            </a:r>
            <a:endParaRPr sz="2900">
              <a:solidFill>
                <a:schemeClr val="dk1"/>
              </a:solidFill>
              <a:latin typeface="Century Gothic"/>
              <a:ea typeface="Century Gothic"/>
              <a:cs typeface="Century Gothic"/>
              <a:sym typeface="Century Gothic"/>
            </a:endParaRPr>
          </a:p>
          <a:p>
            <a:pPr indent="0" lvl="0" marL="0" rtl="0" algn="just">
              <a:lnSpc>
                <a:spcPct val="127000"/>
              </a:lnSpc>
              <a:spcBef>
                <a:spcPts val="1800"/>
              </a:spcBef>
              <a:spcAft>
                <a:spcPts val="0"/>
              </a:spcAft>
              <a:buSzPct val="80000"/>
              <a:buNone/>
            </a:pPr>
            <a:r>
              <a:rPr lang="en-US" sz="2900">
                <a:solidFill>
                  <a:schemeClr val="dk1"/>
                </a:solidFill>
                <a:latin typeface="Century Gothic"/>
                <a:ea typeface="Century Gothic"/>
                <a:cs typeface="Century Gothic"/>
                <a:sym typeface="Century Gothic"/>
              </a:rPr>
              <a:t>When the sequence ends, it must drop the objection to allow the phase to end.</a:t>
            </a:r>
            <a:endParaRPr sz="2900">
              <a:solidFill>
                <a:schemeClr val="dk1"/>
              </a:solidFill>
            </a:endParaRPr>
          </a:p>
          <a:p>
            <a:pPr indent="0" lvl="0" marL="0" rtl="0" algn="just">
              <a:lnSpc>
                <a:spcPct val="127000"/>
              </a:lnSpc>
              <a:spcBef>
                <a:spcPts val="1800"/>
              </a:spcBef>
              <a:spcAft>
                <a:spcPts val="0"/>
              </a:spcAft>
              <a:buSzPct val="80000"/>
              <a:buNone/>
            </a:pPr>
            <a:r>
              <a:t/>
            </a:r>
            <a:endParaRPr sz="2900">
              <a:solidFill>
                <a:schemeClr val="dk1"/>
              </a:solidFill>
            </a:endParaRPr>
          </a:p>
          <a:p>
            <a:pPr indent="0" lvl="0" marL="0" rtl="0" algn="l">
              <a:spcBef>
                <a:spcPts val="0"/>
              </a:spcBef>
              <a:spcAft>
                <a:spcPts val="0"/>
              </a:spcAft>
              <a:buSzPct val="36491"/>
              <a:buNone/>
            </a:pPr>
            <a:r>
              <a:rPr lang="en-US" sz="2850">
                <a:solidFill>
                  <a:schemeClr val="dk1"/>
                </a:solidFill>
              </a:rPr>
              <a:t>We created a `class yapp_base_seq` that inherits uvm_sequence and extended it with classes that inherits it.</a:t>
            </a:r>
            <a:endParaRPr sz="2850">
              <a:solidFill>
                <a:schemeClr val="dk1"/>
              </a:solidFill>
            </a:endParaRPr>
          </a:p>
          <a:p>
            <a:pPr indent="0" lvl="0" marL="0" rtl="0" algn="just">
              <a:lnSpc>
                <a:spcPct val="127000"/>
              </a:lnSpc>
              <a:spcBef>
                <a:spcPts val="1800"/>
              </a:spcBef>
              <a:spcAft>
                <a:spcPts val="0"/>
              </a:spcAft>
              <a:buSzPct val="80000"/>
              <a:buNone/>
            </a:pPr>
            <a:r>
              <a:rPr lang="en-US" sz="2900">
                <a:solidFill>
                  <a:schemeClr val="dk1"/>
                </a:solidFill>
                <a:latin typeface="Century Gothic"/>
                <a:ea typeface="Century Gothic"/>
                <a:cs typeface="Century Gothic"/>
                <a:sym typeface="Century Gothic"/>
              </a:rPr>
              <a:t>In the `yapp_base_seq` class, in the `pre_body()` ,we raised an objection to prevent the termination of the simulation, and in the `post_body()`, we dropped the objection.</a:t>
            </a:r>
            <a:r>
              <a:rPr lang="en-US" sz="2900">
                <a:latin typeface="Century Gothic"/>
                <a:ea typeface="Century Gothic"/>
                <a:cs typeface="Century Gothic"/>
                <a:sym typeface="Century Gothic"/>
              </a:rPr>
              <a:t> </a:t>
            </a:r>
            <a:endParaRPr b="0" sz="2900">
              <a:latin typeface="Century Gothic"/>
              <a:ea typeface="Century Gothic"/>
              <a:cs typeface="Century Gothic"/>
              <a:sym typeface="Century Gothic"/>
            </a:endParaRPr>
          </a:p>
          <a:p>
            <a:pPr indent="0" lvl="0" marL="0" rtl="1" algn="l">
              <a:lnSpc>
                <a:spcPct val="100000"/>
              </a:lnSpc>
              <a:spcBef>
                <a:spcPts val="1800"/>
              </a:spcBef>
              <a:spcAft>
                <a:spcPts val="0"/>
              </a:spcAft>
              <a:buSzPct val="79999"/>
              <a:buNone/>
            </a:pPr>
            <a:r>
              <a:rPr b="0" lang="en-US"/>
              <a:t>  </a:t>
            </a:r>
            <a:endParaRPr b="0" i="0">
              <a:solidFill>
                <a:schemeClr val="dk1"/>
              </a:solidFill>
              <a:latin typeface="Arial"/>
              <a:ea typeface="Arial"/>
              <a:cs typeface="Arial"/>
              <a:sym typeface="Arial"/>
            </a:endParaRPr>
          </a:p>
          <a:p>
            <a:pPr indent="0" lvl="0" marL="0" rtl="1" algn="l">
              <a:lnSpc>
                <a:spcPct val="100000"/>
              </a:lnSpc>
              <a:spcBef>
                <a:spcPts val="1000"/>
              </a:spcBef>
              <a:spcAft>
                <a:spcPts val="0"/>
              </a:spcAft>
              <a:buSzPct val="79999"/>
              <a:buNone/>
            </a:pPr>
            <a:r>
              <a:t/>
            </a:r>
            <a:endParaRPr b="0" i="0">
              <a:solidFill>
                <a:schemeClr val="dk1"/>
              </a:solidFill>
              <a:latin typeface="Arial"/>
              <a:ea typeface="Arial"/>
              <a:cs typeface="Arial"/>
              <a:sym typeface="Arial"/>
            </a:endParaRPr>
          </a:p>
          <a:p>
            <a:pPr indent="0" lvl="0" marL="0" rtl="1" algn="l">
              <a:lnSpc>
                <a:spcPct val="100000"/>
              </a:lnSpc>
              <a:spcBef>
                <a:spcPts val="1000"/>
              </a:spcBef>
              <a:spcAft>
                <a:spcPts val="0"/>
              </a:spcAft>
              <a:buSzPct val="79999"/>
              <a:buNone/>
            </a:pPr>
            <a:r>
              <a:rPr b="0" i="0" lang="en-US">
                <a:solidFill>
                  <a:schemeClr val="dk1"/>
                </a:solidFill>
                <a:latin typeface="Arial"/>
                <a:ea typeface="Arial"/>
                <a:cs typeface="Arial"/>
                <a:sym typeface="Arial"/>
              </a:rPr>
              <a:t> </a:t>
            </a:r>
            <a:br>
              <a:rPr lang="en-US">
                <a:solidFill>
                  <a:schemeClr val="dk1"/>
                </a:solidFill>
              </a:rPr>
            </a:br>
            <a:br>
              <a:rPr lang="en-US">
                <a:solidFill>
                  <a:schemeClr val="dk1"/>
                </a:solidFill>
              </a:rPr>
            </a:br>
            <a:endParaRPr>
              <a:solidFill>
                <a:schemeClr val="dk1"/>
              </a:solidFill>
            </a:endParaRPr>
          </a:p>
        </p:txBody>
      </p:sp>
      <p:sp>
        <p:nvSpPr>
          <p:cNvPr id="441" name="Google Shape;441;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442" name="Google Shape;442;p29"/>
          <p:cNvPicPr preferRelativeResize="0"/>
          <p:nvPr/>
        </p:nvPicPr>
        <p:blipFill rotWithShape="1">
          <a:blip r:embed="rId3">
            <a:alphaModFix/>
          </a:blip>
          <a:srcRect b="0" l="0" r="0" t="0"/>
          <a:stretch/>
        </p:blipFill>
        <p:spPr>
          <a:xfrm>
            <a:off x="3575190" y="4870792"/>
            <a:ext cx="5197290" cy="183657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S</a:t>
            </a:r>
            <a:r>
              <a:rPr b="1" lang="en-US"/>
              <a:t>equence</a:t>
            </a:r>
            <a:endParaRPr b="1"/>
          </a:p>
        </p:txBody>
      </p:sp>
      <p:sp>
        <p:nvSpPr>
          <p:cNvPr id="448" name="Google Shape;448;p28"/>
          <p:cNvSpPr txBox="1"/>
          <p:nvPr>
            <p:ph idx="1" type="body"/>
          </p:nvPr>
        </p:nvSpPr>
        <p:spPr>
          <a:xfrm>
            <a:off x="1248698" y="2652865"/>
            <a:ext cx="9284366" cy="341455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040"/>
              <a:buNone/>
            </a:pPr>
            <a:r>
              <a:rPr lang="en-US" sz="1300">
                <a:solidFill>
                  <a:schemeClr val="dk1"/>
                </a:solidFill>
              </a:rPr>
              <a:t>We created sequences to examine different cases , for example:                                          </a:t>
            </a:r>
            <a:endParaRPr>
              <a:solidFill>
                <a:schemeClr val="dk1"/>
              </a:solidFill>
            </a:endParaRPr>
          </a:p>
          <a:p>
            <a:pPr indent="0" lvl="0" marL="0" rtl="1" algn="l">
              <a:lnSpc>
                <a:spcPct val="100000"/>
              </a:lnSpc>
              <a:spcBef>
                <a:spcPts val="1000"/>
              </a:spcBef>
              <a:spcAft>
                <a:spcPts val="0"/>
              </a:spcAft>
              <a:buSzPts val="1440"/>
              <a:buNone/>
            </a:pPr>
            <a:r>
              <a:t/>
            </a:r>
            <a:endParaRPr>
              <a:solidFill>
                <a:schemeClr val="dk1"/>
              </a:solidFill>
            </a:endParaRPr>
          </a:p>
          <a:p>
            <a:pPr indent="0" lvl="0" marL="0" rtl="1" algn="l">
              <a:lnSpc>
                <a:spcPct val="100000"/>
              </a:lnSpc>
              <a:spcBef>
                <a:spcPts val="1000"/>
              </a:spcBef>
              <a:spcAft>
                <a:spcPts val="0"/>
              </a:spcAft>
              <a:buSzPts val="1440"/>
              <a:buNone/>
            </a:pPr>
            <a:r>
              <a:t/>
            </a:r>
            <a:endParaRPr>
              <a:solidFill>
                <a:schemeClr val="dk1"/>
              </a:solidFill>
            </a:endParaRPr>
          </a:p>
          <a:p>
            <a:pPr indent="0" lvl="0" marL="0" rtl="1" algn="l">
              <a:lnSpc>
                <a:spcPct val="100000"/>
              </a:lnSpc>
              <a:spcBef>
                <a:spcPts val="1000"/>
              </a:spcBef>
              <a:spcAft>
                <a:spcPts val="0"/>
              </a:spcAft>
              <a:buSzPts val="1440"/>
              <a:buNone/>
            </a:pPr>
            <a:r>
              <a:t/>
            </a:r>
            <a:endParaRPr/>
          </a:p>
          <a:p>
            <a:pPr indent="0" lvl="0" marL="0" rtl="1" algn="l">
              <a:lnSpc>
                <a:spcPct val="100000"/>
              </a:lnSpc>
              <a:spcBef>
                <a:spcPts val="1000"/>
              </a:spcBef>
              <a:spcAft>
                <a:spcPts val="0"/>
              </a:spcAft>
              <a:buSzPts val="1440"/>
              <a:buNone/>
            </a:pPr>
            <a:r>
              <a:t/>
            </a:r>
            <a:endParaRPr b="0"/>
          </a:p>
          <a:p>
            <a:pPr indent="0" lvl="0" marL="0" rtl="1" algn="l">
              <a:lnSpc>
                <a:spcPct val="100000"/>
              </a:lnSpc>
              <a:spcBef>
                <a:spcPts val="1000"/>
              </a:spcBef>
              <a:spcAft>
                <a:spcPts val="0"/>
              </a:spcAft>
              <a:buSzPts val="1440"/>
              <a:buNone/>
            </a:pPr>
            <a:r>
              <a:t/>
            </a:r>
            <a:endParaRPr b="0"/>
          </a:p>
          <a:p>
            <a:pPr indent="0" lvl="0" marL="0" rtl="1" algn="l">
              <a:lnSpc>
                <a:spcPct val="100000"/>
              </a:lnSpc>
              <a:spcBef>
                <a:spcPts val="1000"/>
              </a:spcBef>
              <a:spcAft>
                <a:spcPts val="0"/>
              </a:spcAft>
              <a:buSzPts val="1440"/>
              <a:buNone/>
            </a:pPr>
            <a:r>
              <a:t/>
            </a:r>
            <a:endParaRPr b="0"/>
          </a:p>
          <a:p>
            <a:pPr indent="0" lvl="0" marL="0" rtl="1" algn="l">
              <a:lnSpc>
                <a:spcPct val="100000"/>
              </a:lnSpc>
              <a:spcBef>
                <a:spcPts val="1000"/>
              </a:spcBef>
              <a:spcAft>
                <a:spcPts val="0"/>
              </a:spcAft>
              <a:buSzPts val="1440"/>
              <a:buNone/>
            </a:pPr>
            <a:r>
              <a:rPr b="0" lang="en-US"/>
              <a:t> </a:t>
            </a:r>
            <a:endParaRPr/>
          </a:p>
        </p:txBody>
      </p:sp>
      <p:sp>
        <p:nvSpPr>
          <p:cNvPr id="449" name="Google Shape;449;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450" name="Google Shape;450;p28"/>
          <p:cNvSpPr txBox="1"/>
          <p:nvPr/>
        </p:nvSpPr>
        <p:spPr>
          <a:xfrm>
            <a:off x="1458792" y="3136731"/>
            <a:ext cx="8382336" cy="3477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1. **yapp_rnd_seq**: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Description: This sequence generates a random number of good packets and sends them to different addresses.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Purpose: Testing the behavior of your design when it receives random good packets at various addresses.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2. **yapp_bad_addr_seq**: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Description: This sequence produces packets with invalid addresses.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Purpose: Testing how your design handles packets with invalid addresses, checking if it can detect and handle such packets appropriately.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3. **yapp_bad_parity_seq**: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Description: This sequence produces bad parity packets.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Purpose: Verifying how your design responds to packets with incorrect parity, ensuring that error detection mechanisms work as intended.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4. **yapp_repeat_addr_seq**: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Description: This sequence sends several good packets to the same (random)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Purpose: Evaluating your design performance and stability when receiving multiple packets addressed to the same destination.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5. **yapp_oversized_seq**: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Description: This sequence produces oversized packets.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entury Gothic"/>
                <a:ea typeface="Century Gothic"/>
                <a:cs typeface="Century Gothic"/>
                <a:sym typeface="Century Gothic"/>
              </a:rPr>
              <a:t>   - Purpose: Assessing how your design handles packets that exceed the expected size, verifying that it correctly manages oversized data.</a:t>
            </a:r>
            <a:endParaRPr b="0" i="0" sz="10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
          <p:cNvSpPr txBox="1"/>
          <p:nvPr>
            <p:ph type="ctrTitle"/>
          </p:nvPr>
        </p:nvSpPr>
        <p:spPr>
          <a:xfrm>
            <a:off x="847044" y="4688631"/>
            <a:ext cx="9920483" cy="1348381"/>
          </a:xfrm>
          <a:prstGeom prst="rect">
            <a:avLst/>
          </a:prstGeom>
          <a:noFill/>
          <a:ln>
            <a:noFill/>
          </a:ln>
        </p:spPr>
        <p:txBody>
          <a:bodyPr anchorCtr="0" anchor="b" bIns="45700" lIns="91425" spcFirstLastPara="1" rIns="91425" wrap="square" tIns="45700">
            <a:noAutofit/>
          </a:bodyPr>
          <a:lstStyle/>
          <a:p>
            <a:pPr indent="0" lvl="0" marL="0" rtl="1" algn="l">
              <a:lnSpc>
                <a:spcPct val="100000"/>
              </a:lnSpc>
              <a:spcBef>
                <a:spcPts val="0"/>
              </a:spcBef>
              <a:spcAft>
                <a:spcPts val="0"/>
              </a:spcAft>
              <a:buClr>
                <a:schemeClr val="lt2"/>
              </a:buClr>
              <a:buSzPts val="4200"/>
              <a:buFont typeface="Century Gothic"/>
              <a:buNone/>
            </a:pPr>
            <a:r>
              <a:rPr b="1" lang="en-US" sz="4200"/>
              <a:t>Router Verification</a:t>
            </a:r>
            <a:r>
              <a:rPr b="1" lang="en-US" sz="4200"/>
              <a:t> Components</a:t>
            </a:r>
            <a:endParaRPr b="1" sz="4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ctr">
              <a:lnSpc>
                <a:spcPct val="100000"/>
              </a:lnSpc>
              <a:spcBef>
                <a:spcPts val="0"/>
              </a:spcBef>
              <a:spcAft>
                <a:spcPts val="0"/>
              </a:spcAft>
              <a:buClr>
                <a:schemeClr val="lt2"/>
              </a:buClr>
              <a:buSzPts val="3600"/>
              <a:buFont typeface="Century Gothic"/>
              <a:buNone/>
            </a:pPr>
            <a:r>
              <a:rPr b="1" lang="en-US"/>
              <a:t>Router Verification Environment </a:t>
            </a:r>
            <a:endParaRPr b="1"/>
          </a:p>
        </p:txBody>
      </p:sp>
      <p:sp>
        <p:nvSpPr>
          <p:cNvPr id="461" name="Google Shape;461;p2"/>
          <p:cNvSpPr txBox="1"/>
          <p:nvPr>
            <p:ph idx="1" type="body"/>
          </p:nvPr>
        </p:nvSpPr>
        <p:spPr>
          <a:xfrm>
            <a:off x="640049" y="2301658"/>
            <a:ext cx="10874289" cy="401924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40"/>
              <a:buNone/>
            </a:pPr>
            <a:r>
              <a:rPr b="1" lang="en-US"/>
              <a:t>The topmost component in a UVM environment is the test class. Its key roles are:</a:t>
            </a:r>
            <a:endParaRPr/>
          </a:p>
          <a:p>
            <a:pPr indent="-342900" lvl="0" marL="342900" rtl="0" algn="l">
              <a:lnSpc>
                <a:spcPct val="100000"/>
              </a:lnSpc>
              <a:spcBef>
                <a:spcPts val="1000"/>
              </a:spcBef>
              <a:spcAft>
                <a:spcPts val="0"/>
              </a:spcAft>
              <a:buSzPts val="1440"/>
              <a:buChar char="►"/>
            </a:pPr>
            <a:r>
              <a:rPr lang="en-US"/>
              <a:t>Instantiation of the router</a:t>
            </a:r>
            <a:r>
              <a:rPr b="1" lang="en-US"/>
              <a:t> </a:t>
            </a:r>
            <a:r>
              <a:rPr lang="en-US"/>
              <a:t>environment component</a:t>
            </a:r>
            <a:endParaRPr/>
          </a:p>
          <a:p>
            <a:pPr indent="-342900" lvl="0" marL="342900" rtl="0" algn="l">
              <a:lnSpc>
                <a:spcPct val="100000"/>
              </a:lnSpc>
              <a:spcBef>
                <a:spcPts val="1000"/>
              </a:spcBef>
              <a:spcAft>
                <a:spcPts val="0"/>
              </a:spcAft>
              <a:buSzPts val="1440"/>
              <a:buChar char="►"/>
            </a:pPr>
            <a:r>
              <a:rPr lang="en-US"/>
              <a:t>Configuration of UVC properties and policies</a:t>
            </a:r>
            <a:endParaRPr/>
          </a:p>
          <a:p>
            <a:pPr indent="-342900" lvl="0" marL="342900" rtl="0" algn="l">
              <a:lnSpc>
                <a:spcPct val="100000"/>
              </a:lnSpc>
              <a:spcBef>
                <a:spcPts val="1000"/>
              </a:spcBef>
              <a:spcAft>
                <a:spcPts val="0"/>
              </a:spcAft>
              <a:buSzPts val="1440"/>
              <a:buChar char="►"/>
            </a:pPr>
            <a:r>
              <a:rPr lang="en-US"/>
              <a:t>Selection of stimulus for interface UVCs</a:t>
            </a:r>
            <a:endParaRPr/>
          </a:p>
          <a:p>
            <a:pPr indent="-342900" lvl="0" marL="342900" rtl="0" algn="l">
              <a:lnSpc>
                <a:spcPct val="100000"/>
              </a:lnSpc>
              <a:spcBef>
                <a:spcPts val="1000"/>
              </a:spcBef>
              <a:spcAft>
                <a:spcPts val="0"/>
              </a:spcAft>
              <a:buSzPts val="1440"/>
              <a:buChar char="►"/>
            </a:pPr>
            <a:r>
              <a:rPr lang="en-US"/>
              <a:t>Controlling generation of data stimulus using type overrides</a:t>
            </a:r>
            <a:endParaRPr/>
          </a:p>
          <a:p>
            <a:pPr indent="-251459" lvl="0" marL="342900" rtl="0" algn="l">
              <a:lnSpc>
                <a:spcPct val="100000"/>
              </a:lnSpc>
              <a:spcBef>
                <a:spcPts val="1000"/>
              </a:spcBef>
              <a:spcAft>
                <a:spcPts val="0"/>
              </a:spcAft>
              <a:buSzPts val="1440"/>
              <a:buNone/>
            </a:pPr>
            <a:r>
              <a:t/>
            </a:r>
            <a:endParaRPr/>
          </a:p>
          <a:p>
            <a:pPr indent="0" lvl="0" marL="0" rtl="0" algn="l">
              <a:lnSpc>
                <a:spcPct val="100000"/>
              </a:lnSpc>
              <a:spcBef>
                <a:spcPts val="1000"/>
              </a:spcBef>
              <a:spcAft>
                <a:spcPts val="0"/>
              </a:spcAft>
              <a:buSzPts val="1440"/>
              <a:buNone/>
            </a:pPr>
            <a:r>
              <a:rPr b="1" lang="en-US"/>
              <a:t>The router environment </a:t>
            </a:r>
            <a:r>
              <a:rPr b="1" lang="en-US"/>
              <a:t>component</a:t>
            </a:r>
            <a:r>
              <a:rPr b="1" lang="en-US"/>
              <a:t>:</a:t>
            </a:r>
            <a:endParaRPr/>
          </a:p>
          <a:p>
            <a:pPr indent="-342900" lvl="0" marL="342900" rtl="0" algn="l">
              <a:lnSpc>
                <a:spcPct val="100000"/>
              </a:lnSpc>
              <a:spcBef>
                <a:spcPts val="1000"/>
              </a:spcBef>
              <a:spcAft>
                <a:spcPts val="0"/>
              </a:spcAft>
              <a:buSzPts val="1440"/>
              <a:buChar char="►"/>
            </a:pPr>
            <a:r>
              <a:rPr lang="en-US"/>
              <a:t>Instantiates UVCs (both interface and module)</a:t>
            </a:r>
            <a:endParaRPr/>
          </a:p>
          <a:p>
            <a:pPr indent="-342900" lvl="0" marL="342900" rtl="0" algn="l">
              <a:lnSpc>
                <a:spcPct val="100000"/>
              </a:lnSpc>
              <a:spcBef>
                <a:spcPts val="1000"/>
              </a:spcBef>
              <a:spcAft>
                <a:spcPts val="0"/>
              </a:spcAft>
              <a:buSzPts val="1440"/>
              <a:buChar char="►"/>
            </a:pPr>
            <a:r>
              <a:rPr lang="en-US"/>
              <a:t>Instantiates other components such as multichannel sequencers, register models etc.</a:t>
            </a:r>
            <a:endParaRPr/>
          </a:p>
          <a:p>
            <a:pPr indent="-342900" lvl="0" marL="342900" rtl="0" algn="l">
              <a:lnSpc>
                <a:spcPct val="100000"/>
              </a:lnSpc>
              <a:spcBef>
                <a:spcPts val="1000"/>
              </a:spcBef>
              <a:spcAft>
                <a:spcPts val="0"/>
              </a:spcAft>
              <a:buSzPts val="1440"/>
              <a:buChar char="►"/>
            </a:pPr>
            <a:r>
              <a:rPr lang="en-US"/>
              <a:t>Configures the UVCs</a:t>
            </a:r>
            <a:endParaRPr/>
          </a:p>
          <a:p>
            <a:pPr indent="-251459" lvl="0" marL="342900" rtl="0" algn="l">
              <a:lnSpc>
                <a:spcPct val="100000"/>
              </a:lnSpc>
              <a:spcBef>
                <a:spcPts val="1000"/>
              </a:spcBef>
              <a:spcAft>
                <a:spcPts val="0"/>
              </a:spcAft>
              <a:buSzPts val="1440"/>
              <a:buNone/>
            </a:pPr>
            <a:r>
              <a:t/>
            </a:r>
            <a:endParaRPr/>
          </a:p>
        </p:txBody>
      </p:sp>
      <p:sp>
        <p:nvSpPr>
          <p:cNvPr id="462" name="Google Shape;462;p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
          <p:cNvSpPr txBox="1"/>
          <p:nvPr/>
        </p:nvSpPr>
        <p:spPr>
          <a:xfrm>
            <a:off x="-1495725" y="904909"/>
            <a:ext cx="7275300" cy="1397400"/>
          </a:xfrm>
          <a:prstGeom prst="rect">
            <a:avLst/>
          </a:prstGeom>
          <a:noFill/>
          <a:ln>
            <a:noFill/>
          </a:ln>
        </p:spPr>
        <p:txBody>
          <a:bodyPr anchorCtr="0" anchor="t" bIns="45700" lIns="91425" spcFirstLastPara="1" rIns="91425" wrap="square" tIns="45700">
            <a:noAutofit/>
          </a:bodyPr>
          <a:lstStyle/>
          <a:p>
            <a:pPr indent="0" lvl="0" marL="0" marR="0" rtl="1" algn="ctr">
              <a:lnSpc>
                <a:spcPct val="100000"/>
              </a:lnSpc>
              <a:spcBef>
                <a:spcPts val="0"/>
              </a:spcBef>
              <a:spcAft>
                <a:spcPts val="0"/>
              </a:spcAft>
              <a:buClr>
                <a:schemeClr val="lt2"/>
              </a:buClr>
              <a:buSzPts val="4000"/>
              <a:buFont typeface="Century Gothic"/>
              <a:buNone/>
            </a:pPr>
            <a:r>
              <a:rPr b="1" lang="en-US" sz="5000">
                <a:solidFill>
                  <a:schemeClr val="lt2"/>
                </a:solidFill>
                <a:latin typeface="Century Gothic"/>
                <a:ea typeface="Century Gothic"/>
                <a:cs typeface="Century Gothic"/>
                <a:sym typeface="Century Gothic"/>
              </a:rPr>
              <a:t>T</a:t>
            </a:r>
            <a:r>
              <a:rPr b="1" i="0" lang="en-US" sz="5000" u="none" cap="none" strike="noStrike">
                <a:solidFill>
                  <a:schemeClr val="lt2"/>
                </a:solidFill>
                <a:latin typeface="Century Gothic"/>
                <a:ea typeface="Century Gothic"/>
                <a:cs typeface="Century Gothic"/>
                <a:sym typeface="Century Gothic"/>
              </a:rPr>
              <a:t>est</a:t>
            </a:r>
            <a:endParaRPr b="1" i="0" sz="5000" u="none" cap="none" strike="noStrike">
              <a:solidFill>
                <a:schemeClr val="lt2"/>
              </a:solidFill>
              <a:latin typeface="Century Gothic"/>
              <a:ea typeface="Century Gothic"/>
              <a:cs typeface="Century Gothic"/>
              <a:sym typeface="Century Gothic"/>
            </a:endParaRPr>
          </a:p>
        </p:txBody>
      </p:sp>
      <p:sp>
        <p:nvSpPr>
          <p:cNvPr id="468" name="Google Shape;468;p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pic>
        <p:nvPicPr>
          <p:cNvPr id="469" name="Google Shape;469;p4"/>
          <p:cNvPicPr preferRelativeResize="0"/>
          <p:nvPr/>
        </p:nvPicPr>
        <p:blipFill rotWithShape="1">
          <a:blip r:embed="rId3">
            <a:alphaModFix/>
          </a:blip>
          <a:srcRect b="0" l="0" r="0" t="0"/>
          <a:stretch/>
        </p:blipFill>
        <p:spPr>
          <a:xfrm>
            <a:off x="2807291" y="2441574"/>
            <a:ext cx="6124523" cy="3883025"/>
          </a:xfrm>
          <a:prstGeom prst="rect">
            <a:avLst/>
          </a:prstGeom>
          <a:noFill/>
          <a:ln>
            <a:noFill/>
          </a:ln>
        </p:spPr>
      </p:pic>
      <p:sp>
        <p:nvSpPr>
          <p:cNvPr id="470" name="Google Shape;470;p4"/>
          <p:cNvSpPr/>
          <p:nvPr/>
        </p:nvSpPr>
        <p:spPr>
          <a:xfrm>
            <a:off x="2312375" y="2302300"/>
            <a:ext cx="2579100" cy="212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1"/>
              </a:highlight>
              <a:latin typeface="Century Gothic"/>
              <a:ea typeface="Century Gothic"/>
              <a:cs typeface="Century Gothic"/>
              <a:sym typeface="Century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a26c71495b_5_0"/>
          <p:cNvSpPr txBox="1"/>
          <p:nvPr/>
        </p:nvSpPr>
        <p:spPr>
          <a:xfrm>
            <a:off x="335875" y="2469275"/>
            <a:ext cx="11856000" cy="3854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accent1"/>
              </a:buClr>
              <a:buSzPts val="1200"/>
              <a:buFont typeface="Century Gothic"/>
              <a:buAutoNum type="arabicPeriod"/>
            </a:pPr>
            <a:r>
              <a:rPr b="1" lang="en-US" sz="1200">
                <a:solidFill>
                  <a:schemeClr val="accent1"/>
                </a:solidFill>
                <a:latin typeface="Century Gothic"/>
                <a:ea typeface="Century Gothic"/>
                <a:cs typeface="Century Gothic"/>
                <a:sym typeface="Century Gothic"/>
              </a:rPr>
              <a:t>simple_test</a:t>
            </a:r>
            <a:endParaRPr b="1" sz="1200">
              <a:solidFill>
                <a:schemeClr val="accent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Description:</a:t>
            </a:r>
            <a:r>
              <a:rPr lang="en-US" sz="1200">
                <a:solidFill>
                  <a:schemeClr val="dk1"/>
                </a:solidFill>
                <a:latin typeface="Century Gothic"/>
                <a:ea typeface="Century Gothic"/>
                <a:cs typeface="Century Gothic"/>
                <a:sym typeface="Century Gothic"/>
              </a:rPr>
              <a:t> Runs multiple sequences — </a:t>
            </a:r>
            <a:r>
              <a:rPr lang="en-US" sz="1200">
                <a:solidFill>
                  <a:schemeClr val="accent1"/>
                </a:solidFill>
                <a:latin typeface="Century Gothic"/>
                <a:ea typeface="Century Gothic"/>
                <a:cs typeface="Century Gothic"/>
                <a:sym typeface="Century Gothic"/>
              </a:rPr>
              <a:t>yapp_012_seq </a:t>
            </a:r>
            <a:r>
              <a:rPr lang="en-US" sz="1200">
                <a:solidFill>
                  <a:schemeClr val="dk1"/>
                </a:solidFill>
                <a:latin typeface="Century Gothic"/>
                <a:ea typeface="Century Gothic"/>
                <a:cs typeface="Century Gothic"/>
                <a:sym typeface="Century Gothic"/>
              </a:rPr>
              <a:t>for YAPP packets, </a:t>
            </a:r>
            <a:r>
              <a:rPr lang="en-US" sz="1200">
                <a:solidFill>
                  <a:schemeClr val="accent1"/>
                </a:solidFill>
                <a:latin typeface="Century Gothic"/>
                <a:ea typeface="Century Gothic"/>
                <a:cs typeface="Century Gothic"/>
                <a:sym typeface="Century Gothic"/>
              </a:rPr>
              <a:t>clk10_rst5_seq </a:t>
            </a:r>
            <a:r>
              <a:rPr lang="en-US" sz="1200">
                <a:solidFill>
                  <a:schemeClr val="dk1"/>
                </a:solidFill>
                <a:latin typeface="Century Gothic"/>
                <a:ea typeface="Century Gothic"/>
                <a:cs typeface="Century Gothic"/>
                <a:sym typeface="Century Gothic"/>
              </a:rPr>
              <a:t>for clock/reset, and </a:t>
            </a:r>
            <a:r>
              <a:rPr lang="en-US" sz="1200">
                <a:solidFill>
                  <a:schemeClr val="accent1"/>
                </a:solidFill>
                <a:latin typeface="Century Gothic"/>
                <a:ea typeface="Century Gothic"/>
                <a:cs typeface="Century Gothic"/>
                <a:sym typeface="Century Gothic"/>
              </a:rPr>
              <a:t>channel_rx_resp_seq </a:t>
            </a:r>
            <a:r>
              <a:rPr lang="en-US" sz="1200">
                <a:solidFill>
                  <a:schemeClr val="dk1"/>
                </a:solidFill>
                <a:latin typeface="Century Gothic"/>
                <a:ea typeface="Century Gothic"/>
                <a:cs typeface="Century Gothic"/>
                <a:sym typeface="Century Gothic"/>
              </a:rPr>
              <a:t>for the channel receivers.</a:t>
            </a:r>
            <a:endParaRPr sz="1200">
              <a:solidFill>
                <a:schemeClr val="dk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Purpose:</a:t>
            </a:r>
            <a:r>
              <a:rPr lang="en-US" sz="1200">
                <a:solidFill>
                  <a:schemeClr val="dk1"/>
                </a:solidFill>
                <a:latin typeface="Century Gothic"/>
                <a:ea typeface="Century Gothic"/>
                <a:cs typeface="Century Gothic"/>
                <a:sym typeface="Century Gothic"/>
              </a:rPr>
              <a:t> Verifies the full system integration — sending packets, receiving responses through the channels, and ensuring synchronization between all interfaces.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accent1"/>
              </a:buClr>
              <a:buSzPts val="1200"/>
              <a:buFont typeface="Century Gothic"/>
              <a:buAutoNum type="arabicPeriod" startAt="2"/>
            </a:pPr>
            <a:r>
              <a:rPr b="1" lang="en-US" sz="1200">
                <a:solidFill>
                  <a:schemeClr val="accent1"/>
                </a:solidFill>
                <a:latin typeface="Century Gothic"/>
                <a:ea typeface="Century Gothic"/>
                <a:cs typeface="Century Gothic"/>
                <a:sym typeface="Century Gothic"/>
              </a:rPr>
              <a:t>yapp_012_test</a:t>
            </a:r>
            <a:endParaRPr b="1" sz="1200">
              <a:solidFill>
                <a:schemeClr val="accent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Description:</a:t>
            </a:r>
            <a:r>
              <a:rPr lang="en-US" sz="1200">
                <a:solidFill>
                  <a:schemeClr val="dk1"/>
                </a:solidFill>
                <a:latin typeface="Century Gothic"/>
                <a:ea typeface="Century Gothic"/>
                <a:cs typeface="Century Gothic"/>
                <a:sym typeface="Century Gothic"/>
              </a:rPr>
              <a:t> Uses </a:t>
            </a:r>
            <a:r>
              <a:rPr lang="en-US" sz="1200">
                <a:solidFill>
                  <a:schemeClr val="accent1"/>
                </a:solidFill>
                <a:latin typeface="Century Gothic"/>
                <a:ea typeface="Century Gothic"/>
                <a:cs typeface="Century Gothic"/>
                <a:sym typeface="Century Gothic"/>
              </a:rPr>
              <a:t>yapp_012_seq </a:t>
            </a:r>
            <a:r>
              <a:rPr lang="en-US" sz="1200">
                <a:solidFill>
                  <a:schemeClr val="dk1"/>
                </a:solidFill>
                <a:latin typeface="Century Gothic"/>
                <a:ea typeface="Century Gothic"/>
                <a:cs typeface="Century Gothic"/>
                <a:sym typeface="Century Gothic"/>
              </a:rPr>
              <a:t>to send packets to addresses 0, 1, and 2.</a:t>
            </a:r>
            <a:endParaRPr sz="1200">
              <a:solidFill>
                <a:schemeClr val="dk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Purpose:</a:t>
            </a:r>
            <a:r>
              <a:rPr lang="en-US" sz="1200">
                <a:solidFill>
                  <a:schemeClr val="dk1"/>
                </a:solidFill>
                <a:latin typeface="Century Gothic"/>
                <a:ea typeface="Century Gothic"/>
                <a:cs typeface="Century Gothic"/>
                <a:sym typeface="Century Gothic"/>
              </a:rPr>
              <a:t> Tests routing functionality and packet delivery to all legal output channels.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accent1"/>
              </a:buClr>
              <a:buSzPts val="1200"/>
              <a:buFont typeface="Century Gothic"/>
              <a:buAutoNum type="arabicPeriod" startAt="3"/>
            </a:pPr>
            <a:r>
              <a:rPr b="1" lang="en-US" sz="1200">
                <a:solidFill>
                  <a:schemeClr val="accent1"/>
                </a:solidFill>
                <a:latin typeface="Century Gothic"/>
                <a:ea typeface="Century Gothic"/>
                <a:cs typeface="Century Gothic"/>
                <a:sym typeface="Century Gothic"/>
              </a:rPr>
              <a:t>reg_access_test</a:t>
            </a:r>
            <a:endParaRPr b="1" sz="1200">
              <a:solidFill>
                <a:schemeClr val="accent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Description:</a:t>
            </a:r>
            <a:r>
              <a:rPr lang="en-US" sz="1200">
                <a:solidFill>
                  <a:schemeClr val="dk1"/>
                </a:solidFill>
                <a:latin typeface="Century Gothic"/>
                <a:ea typeface="Century Gothic"/>
                <a:cs typeface="Century Gothic"/>
                <a:sym typeface="Century Gothic"/>
              </a:rPr>
              <a:t> Performs register-level operations (read, write, peek, poke) using the UVM register model.</a:t>
            </a:r>
            <a:endParaRPr sz="1200">
              <a:solidFill>
                <a:schemeClr val="dk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Purpose:</a:t>
            </a:r>
            <a:r>
              <a:rPr lang="en-US" sz="1200">
                <a:solidFill>
                  <a:schemeClr val="dk1"/>
                </a:solidFill>
                <a:latin typeface="Century Gothic"/>
                <a:ea typeface="Century Gothic"/>
                <a:cs typeface="Century Gothic"/>
                <a:sym typeface="Century Gothic"/>
              </a:rPr>
              <a:t> Validates accessibility and correctness of DUT registers via both frontdoor and backdoor paths.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accent1"/>
              </a:buClr>
              <a:buSzPts val="1200"/>
              <a:buFont typeface="Century Gothic"/>
              <a:buAutoNum type="arabicPeriod" startAt="4"/>
            </a:pPr>
            <a:r>
              <a:rPr b="1" lang="en-US" sz="1200">
                <a:solidFill>
                  <a:schemeClr val="accent1"/>
                </a:solidFill>
                <a:latin typeface="Century Gothic"/>
                <a:ea typeface="Century Gothic"/>
                <a:cs typeface="Century Gothic"/>
                <a:sym typeface="Century Gothic"/>
              </a:rPr>
              <a:t>reg_function_test</a:t>
            </a:r>
            <a:endParaRPr b="1" sz="1200">
              <a:solidFill>
                <a:schemeClr val="accent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Description:</a:t>
            </a:r>
            <a:r>
              <a:rPr lang="en-US" sz="1200">
                <a:solidFill>
                  <a:schemeClr val="dk1"/>
                </a:solidFill>
                <a:latin typeface="Century Gothic"/>
                <a:ea typeface="Century Gothic"/>
                <a:cs typeface="Century Gothic"/>
                <a:sym typeface="Century Gothic"/>
              </a:rPr>
              <a:t> Sends packets (</a:t>
            </a:r>
            <a:r>
              <a:rPr lang="en-US" sz="1200">
                <a:solidFill>
                  <a:schemeClr val="accent1"/>
                </a:solidFill>
                <a:latin typeface="Century Gothic"/>
                <a:ea typeface="Century Gothic"/>
                <a:cs typeface="Century Gothic"/>
                <a:sym typeface="Century Gothic"/>
              </a:rPr>
              <a:t>yapp_012_seq</a:t>
            </a:r>
            <a:r>
              <a:rPr lang="en-US" sz="1200">
                <a:solidFill>
                  <a:schemeClr val="dk1"/>
                </a:solidFill>
                <a:latin typeface="Century Gothic"/>
                <a:ea typeface="Century Gothic"/>
                <a:cs typeface="Century Gothic"/>
                <a:sym typeface="Century Gothic"/>
              </a:rPr>
              <a:t>) while monitoring the register counters that track packet activity.</a:t>
            </a:r>
            <a:endParaRPr sz="1200">
              <a:solidFill>
                <a:schemeClr val="dk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Purpose:</a:t>
            </a:r>
            <a:r>
              <a:rPr lang="en-US" sz="1200">
                <a:solidFill>
                  <a:schemeClr val="dk1"/>
                </a:solidFill>
                <a:latin typeface="Century Gothic"/>
                <a:ea typeface="Century Gothic"/>
                <a:cs typeface="Century Gothic"/>
                <a:sym typeface="Century Gothic"/>
              </a:rPr>
              <a:t> Confirms that register values correctly reflect the number of packets processed by the DUT and channel</a:t>
            </a:r>
            <a:r>
              <a:rPr lang="en-US" sz="1200">
                <a:solidFill>
                  <a:schemeClr val="dk1"/>
                </a:solidFill>
                <a:latin typeface="Century Gothic"/>
                <a:ea typeface="Century Gothic"/>
                <a:cs typeface="Century Gothic"/>
                <a:sym typeface="Century Gothic"/>
              </a:rPr>
              <a:t>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accent1"/>
              </a:buClr>
              <a:buSzPts val="1200"/>
              <a:buFont typeface="Century Gothic"/>
              <a:buAutoNum type="arabicPeriod" startAt="4"/>
            </a:pPr>
            <a:r>
              <a:rPr b="1" lang="en-US" sz="1200">
                <a:solidFill>
                  <a:schemeClr val="accent1"/>
                </a:solidFill>
                <a:latin typeface="Century Gothic"/>
                <a:ea typeface="Century Gothic"/>
                <a:cs typeface="Century Gothic"/>
                <a:sym typeface="Century Gothic"/>
              </a:rPr>
              <a:t>test_mc</a:t>
            </a:r>
            <a:endParaRPr b="1" sz="1200">
              <a:solidFill>
                <a:schemeClr val="accent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Description:</a:t>
            </a:r>
            <a:r>
              <a:rPr lang="en-US" sz="1200">
                <a:solidFill>
                  <a:schemeClr val="dk1"/>
                </a:solidFill>
                <a:latin typeface="Century Gothic"/>
                <a:ea typeface="Century Gothic"/>
                <a:cs typeface="Century Gothic"/>
                <a:sym typeface="Century Gothic"/>
              </a:rPr>
              <a:t> Runs the </a:t>
            </a:r>
            <a:r>
              <a:rPr lang="en-US" sz="1200">
                <a:solidFill>
                  <a:schemeClr val="accent1"/>
                </a:solidFill>
                <a:latin typeface="Century Gothic"/>
                <a:ea typeface="Century Gothic"/>
                <a:cs typeface="Century Gothic"/>
                <a:sym typeface="Century Gothic"/>
              </a:rPr>
              <a:t>router_simple_mcseq </a:t>
            </a:r>
            <a:r>
              <a:rPr lang="en-US" sz="1200">
                <a:solidFill>
                  <a:schemeClr val="dk1"/>
                </a:solidFill>
                <a:latin typeface="Century Gothic"/>
                <a:ea typeface="Century Gothic"/>
                <a:cs typeface="Century Gothic"/>
                <a:sym typeface="Century Gothic"/>
              </a:rPr>
              <a:t>sequence, which activates multiple channels and sends packets in parallel.</a:t>
            </a:r>
            <a:endParaRPr b="1" sz="1200">
              <a:solidFill>
                <a:schemeClr val="dk1"/>
              </a:solidFill>
              <a:latin typeface="Century Gothic"/>
              <a:ea typeface="Century Gothic"/>
              <a:cs typeface="Century Gothic"/>
              <a:sym typeface="Century Gothic"/>
            </a:endParaRPr>
          </a:p>
          <a:p>
            <a:pPr indent="-304800" lvl="1" marL="914400" rtl="0" algn="l">
              <a:lnSpc>
                <a:spcPct val="115000"/>
              </a:lnSpc>
              <a:spcBef>
                <a:spcPts val="0"/>
              </a:spcBef>
              <a:spcAft>
                <a:spcPts val="0"/>
              </a:spcAft>
              <a:buClr>
                <a:schemeClr val="dk1"/>
              </a:buClr>
              <a:buSzPts val="1200"/>
              <a:buChar char="○"/>
            </a:pPr>
            <a:r>
              <a:rPr b="1" lang="en-US" sz="1200">
                <a:solidFill>
                  <a:schemeClr val="dk1"/>
                </a:solidFill>
                <a:latin typeface="Century Gothic"/>
                <a:ea typeface="Century Gothic"/>
                <a:cs typeface="Century Gothic"/>
                <a:sym typeface="Century Gothic"/>
              </a:rPr>
              <a:t>Purpose:</a:t>
            </a:r>
            <a:r>
              <a:rPr lang="en-US" sz="1200">
                <a:solidFill>
                  <a:schemeClr val="dk1"/>
                </a:solidFill>
                <a:latin typeface="Century Gothic"/>
                <a:ea typeface="Century Gothic"/>
                <a:cs typeface="Century Gothic"/>
                <a:sym typeface="Century Gothic"/>
              </a:rPr>
              <a:t> Verifies that the router correctly handles multi-channel communication, ensuring data integrity and stability under concurrent traffic.</a:t>
            </a:r>
            <a:br>
              <a:rPr lang="en-US" sz="1200">
                <a:solidFill>
                  <a:schemeClr val="dk1"/>
                </a:solidFill>
                <a:latin typeface="Century Gothic"/>
                <a:ea typeface="Century Gothic"/>
                <a:cs typeface="Century Gothic"/>
                <a:sym typeface="Century Gothic"/>
              </a:rPr>
            </a:b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t/>
            </a:r>
            <a:endParaRPr b="1" sz="1200">
              <a:solidFill>
                <a:schemeClr val="dk1"/>
              </a:solidFill>
            </a:endParaRPr>
          </a:p>
          <a:p>
            <a:pPr indent="0" lvl="0" marL="0" rtl="0" algn="l">
              <a:lnSpc>
                <a:spcPct val="115000"/>
              </a:lnSpc>
              <a:spcBef>
                <a:spcPts val="1200"/>
              </a:spcBef>
              <a:spcAft>
                <a:spcPts val="0"/>
              </a:spcAft>
              <a:buNone/>
            </a:pPr>
            <a:r>
              <a:rPr lang="en-US" sz="1200">
                <a:solidFill>
                  <a:schemeClr val="dk1"/>
                </a:solidFill>
              </a:rPr>
              <a:t>.</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914400" rtl="0" algn="l">
              <a:lnSpc>
                <a:spcPct val="115000"/>
              </a:lnSpc>
              <a:spcBef>
                <a:spcPts val="1200"/>
              </a:spcBef>
              <a:spcAft>
                <a:spcPts val="0"/>
              </a:spcAft>
              <a:buNone/>
            </a:pPr>
            <a:r>
              <a:t/>
            </a:r>
            <a:endParaRPr sz="1200">
              <a:solidFill>
                <a:schemeClr val="dk1"/>
              </a:solidFill>
            </a:endParaRPr>
          </a:p>
          <a:p>
            <a:pPr indent="0" lvl="0" marL="0" rtl="0" algn="l">
              <a:spcBef>
                <a:spcPts val="1200"/>
              </a:spcBef>
              <a:spcAft>
                <a:spcPts val="0"/>
              </a:spcAft>
              <a:buNone/>
            </a:pPr>
            <a:r>
              <a:t/>
            </a:r>
            <a:endParaRPr b="1" sz="1800">
              <a:solidFill>
                <a:srgbClr val="188038"/>
              </a:solidFill>
              <a:latin typeface="Roboto Mono"/>
              <a:ea typeface="Roboto Mono"/>
              <a:cs typeface="Roboto Mono"/>
              <a:sym typeface="Roboto Mono"/>
            </a:endParaRPr>
          </a:p>
        </p:txBody>
      </p:sp>
      <p:sp>
        <p:nvSpPr>
          <p:cNvPr id="477" name="Google Shape;477;g3a26c71495b_5_0"/>
          <p:cNvSpPr txBox="1"/>
          <p:nvPr/>
        </p:nvSpPr>
        <p:spPr>
          <a:xfrm>
            <a:off x="1110304" y="738175"/>
            <a:ext cx="9967200" cy="12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5100">
                <a:solidFill>
                  <a:schemeClr val="lt1"/>
                </a:solidFill>
                <a:latin typeface="Century Gothic"/>
                <a:ea typeface="Century Gothic"/>
                <a:cs typeface="Century Gothic"/>
                <a:sym typeface="Century Gothic"/>
              </a:rPr>
              <a:t>Tests</a:t>
            </a:r>
            <a:endParaRPr b="1" sz="5100">
              <a:solidFill>
                <a:schemeClr val="lt1"/>
              </a:solidFill>
              <a:latin typeface="Century Gothic"/>
              <a:ea typeface="Century Gothic"/>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
          <p:cNvSpPr txBox="1"/>
          <p:nvPr/>
        </p:nvSpPr>
        <p:spPr>
          <a:xfrm>
            <a:off x="-750046" y="973668"/>
            <a:ext cx="8761500" cy="707100"/>
          </a:xfrm>
          <a:prstGeom prst="rect">
            <a:avLst/>
          </a:prstGeom>
          <a:noFill/>
          <a:ln>
            <a:noFill/>
          </a:ln>
        </p:spPr>
        <p:txBody>
          <a:bodyPr anchorCtr="0" anchor="t" bIns="45700" lIns="91425" spcFirstLastPara="1" rIns="91425" wrap="square" tIns="45700">
            <a:noAutofit/>
          </a:bodyPr>
          <a:lstStyle/>
          <a:p>
            <a:pPr indent="0" lvl="0" marL="0" marR="0" rtl="1" algn="ctr">
              <a:lnSpc>
                <a:spcPct val="100000"/>
              </a:lnSpc>
              <a:spcBef>
                <a:spcPts val="0"/>
              </a:spcBef>
              <a:spcAft>
                <a:spcPts val="0"/>
              </a:spcAft>
              <a:buClr>
                <a:schemeClr val="lt2"/>
              </a:buClr>
              <a:buSzPts val="4000"/>
              <a:buFont typeface="Century Gothic"/>
              <a:buNone/>
            </a:pPr>
            <a:r>
              <a:rPr b="1" i="0" lang="en-US" sz="4000" u="none" cap="none" strike="noStrike">
                <a:solidFill>
                  <a:schemeClr val="lt2"/>
                </a:solidFill>
                <a:latin typeface="Century Gothic"/>
                <a:ea typeface="Century Gothic"/>
                <a:cs typeface="Century Gothic"/>
                <a:sym typeface="Century Gothic"/>
              </a:rPr>
              <a:t>Router Environment</a:t>
            </a:r>
            <a:endParaRPr b="0" i="0" sz="4000" u="none" cap="none" strike="noStrike">
              <a:solidFill>
                <a:schemeClr val="lt2"/>
              </a:solidFill>
              <a:latin typeface="Century Gothic"/>
              <a:ea typeface="Century Gothic"/>
              <a:cs typeface="Century Gothic"/>
              <a:sym typeface="Century Gothic"/>
            </a:endParaRPr>
          </a:p>
        </p:txBody>
      </p:sp>
      <p:sp>
        <p:nvSpPr>
          <p:cNvPr id="483" name="Google Shape;483;p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
        <p:nvSpPr>
          <p:cNvPr id="484" name="Google Shape;484;p5"/>
          <p:cNvSpPr txBox="1"/>
          <p:nvPr/>
        </p:nvSpPr>
        <p:spPr>
          <a:xfrm>
            <a:off x="1739645" y="5993982"/>
            <a:ext cx="8761414" cy="4183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1440"/>
              <a:buFont typeface="Noto Sans Symbols"/>
              <a:buNone/>
            </a:pPr>
            <a:r>
              <a:rPr b="1" i="0" lang="en-US" sz="1800" u="none" cap="none" strike="noStrike">
                <a:solidFill>
                  <a:srgbClr val="3F3F3F"/>
                </a:solidFill>
                <a:latin typeface="Century Gothic"/>
                <a:ea typeface="Century Gothic"/>
                <a:cs typeface="Century Gothic"/>
                <a:sym typeface="Century Gothic"/>
              </a:rPr>
              <a:t>At this stage we created the basis for the environment without DUT integration</a:t>
            </a:r>
            <a:endParaRPr b="0" i="0" sz="1800" u="none" cap="none" strike="noStrike">
              <a:solidFill>
                <a:srgbClr val="3F3F3F"/>
              </a:solidFill>
              <a:latin typeface="Century Gothic"/>
              <a:ea typeface="Century Gothic"/>
              <a:cs typeface="Century Gothic"/>
              <a:sym typeface="Century Gothic"/>
            </a:endParaRPr>
          </a:p>
        </p:txBody>
      </p:sp>
      <p:pic>
        <p:nvPicPr>
          <p:cNvPr id="485" name="Google Shape;485;p5"/>
          <p:cNvPicPr preferRelativeResize="0"/>
          <p:nvPr/>
        </p:nvPicPr>
        <p:blipFill rotWithShape="1">
          <a:blip r:embed="rId3">
            <a:alphaModFix/>
          </a:blip>
          <a:srcRect b="0" l="0" r="0" t="0"/>
          <a:stretch/>
        </p:blipFill>
        <p:spPr>
          <a:xfrm>
            <a:off x="2164491" y="2603500"/>
            <a:ext cx="6807331" cy="3416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id="491" name="Google Shape;491;g3a26c71495b_5_15"/>
          <p:cNvPicPr preferRelativeResize="0"/>
          <p:nvPr/>
        </p:nvPicPr>
        <p:blipFill>
          <a:blip r:embed="rId3">
            <a:alphaModFix/>
          </a:blip>
          <a:stretch>
            <a:fillRect/>
          </a:stretch>
        </p:blipFill>
        <p:spPr>
          <a:xfrm>
            <a:off x="304550" y="2743280"/>
            <a:ext cx="7381876" cy="3838869"/>
          </a:xfrm>
          <a:prstGeom prst="rect">
            <a:avLst/>
          </a:prstGeom>
          <a:noFill/>
          <a:ln cap="flat" cmpd="sng" w="9525">
            <a:solidFill>
              <a:schemeClr val="accent1"/>
            </a:solidFill>
            <a:prstDash val="solid"/>
            <a:round/>
            <a:headEnd len="sm" w="sm" type="none"/>
            <a:tailEnd len="sm" w="sm" type="none"/>
          </a:ln>
        </p:spPr>
      </p:pic>
      <p:pic>
        <p:nvPicPr>
          <p:cNvPr id="492" name="Google Shape;492;g3a26c71495b_5_15"/>
          <p:cNvPicPr preferRelativeResize="0"/>
          <p:nvPr/>
        </p:nvPicPr>
        <p:blipFill>
          <a:blip r:embed="rId4">
            <a:alphaModFix/>
          </a:blip>
          <a:stretch>
            <a:fillRect/>
          </a:stretch>
        </p:blipFill>
        <p:spPr>
          <a:xfrm>
            <a:off x="4656925" y="2393925"/>
            <a:ext cx="7381875" cy="2276475"/>
          </a:xfrm>
          <a:prstGeom prst="rect">
            <a:avLst/>
          </a:prstGeom>
          <a:noFill/>
          <a:ln cap="flat" cmpd="sng" w="9525">
            <a:solidFill>
              <a:schemeClr val="accent2"/>
            </a:solidFill>
            <a:prstDash val="solid"/>
            <a:round/>
            <a:headEnd len="sm" w="sm" type="none"/>
            <a:tailEnd len="sm" w="sm" type="none"/>
          </a:ln>
        </p:spPr>
      </p:pic>
      <p:sp>
        <p:nvSpPr>
          <p:cNvPr id="493" name="Google Shape;493;g3a26c71495b_5_15"/>
          <p:cNvSpPr txBox="1"/>
          <p:nvPr/>
        </p:nvSpPr>
        <p:spPr>
          <a:xfrm>
            <a:off x="1313875" y="890850"/>
            <a:ext cx="82224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000">
                <a:solidFill>
                  <a:schemeClr val="lt1"/>
                </a:solidFill>
                <a:latin typeface="Century Gothic"/>
                <a:ea typeface="Century Gothic"/>
                <a:cs typeface="Century Gothic"/>
                <a:sym typeface="Century Gothic"/>
              </a:rPr>
              <a:t>Build And Connect Phases</a:t>
            </a:r>
            <a:endParaRPr b="1" sz="4000">
              <a:solidFill>
                <a:schemeClr val="lt1"/>
              </a:solidFill>
              <a:latin typeface="Century Gothic"/>
              <a:ea typeface="Century Gothic"/>
              <a:cs typeface="Century Gothic"/>
              <a:sym typeface="Century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7" name="Shape 497"/>
        <p:cNvGrpSpPr/>
        <p:nvPr/>
      </p:nvGrpSpPr>
      <p:grpSpPr>
        <a:xfrm>
          <a:off x="0" y="0"/>
          <a:ext cx="0" cy="0"/>
          <a:chOff x="0" y="0"/>
          <a:chExt cx="0" cy="0"/>
        </a:xfrm>
      </p:grpSpPr>
      <p:grpSp>
        <p:nvGrpSpPr>
          <p:cNvPr id="498" name="Google Shape;498;p30"/>
          <p:cNvGrpSpPr/>
          <p:nvPr/>
        </p:nvGrpSpPr>
        <p:grpSpPr>
          <a:xfrm>
            <a:off x="0" y="0"/>
            <a:ext cx="12192000" cy="6858000"/>
            <a:chOff x="0" y="0"/>
            <a:chExt cx="12192000" cy="6858000"/>
          </a:xfrm>
        </p:grpSpPr>
        <p:sp>
          <p:nvSpPr>
            <p:cNvPr id="499" name="Google Shape;499;p30"/>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0" name="Google Shape;500;p3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501" name="Google Shape;501;p3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nvGrpSpPr>
          <p:cNvPr id="502" name="Google Shape;502;p30"/>
          <p:cNvGrpSpPr/>
          <p:nvPr/>
        </p:nvGrpSpPr>
        <p:grpSpPr>
          <a:xfrm>
            <a:off x="0" y="0"/>
            <a:ext cx="12192000" cy="6858000"/>
            <a:chOff x="0" y="0"/>
            <a:chExt cx="12192000" cy="6858000"/>
          </a:xfrm>
        </p:grpSpPr>
        <p:sp>
          <p:nvSpPr>
            <p:cNvPr id="503" name="Google Shape;503;p30"/>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4" name="Google Shape;504;p3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505" name="Google Shape;505;p30"/>
          <p:cNvSpPr txBox="1"/>
          <p:nvPr>
            <p:ph type="title"/>
          </p:nvPr>
        </p:nvSpPr>
        <p:spPr>
          <a:xfrm>
            <a:off x="683343" y="5381625"/>
            <a:ext cx="5746032" cy="81914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Century Gothic"/>
              <a:buNone/>
            </a:pPr>
            <a:r>
              <a:rPr b="1" lang="en-US" sz="4800">
                <a:solidFill>
                  <a:schemeClr val="lt1"/>
                </a:solidFill>
              </a:rPr>
              <a:t>Connecting to Dut</a:t>
            </a:r>
            <a:endParaRPr/>
          </a:p>
        </p:txBody>
      </p:sp>
      <p:sp>
        <p:nvSpPr>
          <p:cNvPr id="506" name="Google Shape;506;p3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512" name="Google Shape;512;p32"/>
          <p:cNvPicPr preferRelativeResize="0"/>
          <p:nvPr/>
        </p:nvPicPr>
        <p:blipFill rotWithShape="1">
          <a:blip r:embed="rId3">
            <a:alphaModFix/>
          </a:blip>
          <a:srcRect b="0" l="0" r="0" t="0"/>
          <a:stretch/>
        </p:blipFill>
        <p:spPr>
          <a:xfrm>
            <a:off x="566570" y="2287796"/>
            <a:ext cx="7092898" cy="3890865"/>
          </a:xfrm>
          <a:prstGeom prst="rect">
            <a:avLst/>
          </a:prstGeom>
          <a:noFill/>
          <a:ln>
            <a:noFill/>
          </a:ln>
        </p:spPr>
      </p:pic>
      <p:sp>
        <p:nvSpPr>
          <p:cNvPr id="513" name="Google Shape;513;p32"/>
          <p:cNvSpPr txBox="1"/>
          <p:nvPr/>
        </p:nvSpPr>
        <p:spPr>
          <a:xfrm>
            <a:off x="1461177" y="865781"/>
            <a:ext cx="44277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3200" u="none" cap="none" strike="noStrike">
                <a:solidFill>
                  <a:srgbClr val="FEFEFE"/>
                </a:solidFill>
                <a:latin typeface="Century Gothic"/>
                <a:ea typeface="Century Gothic"/>
                <a:cs typeface="Century Gothic"/>
                <a:sym typeface="Century Gothic"/>
              </a:rPr>
              <a:t>Connecting to a DUT</a:t>
            </a:r>
            <a:endParaRPr b="1" i="0" sz="3200" u="none" cap="none" strike="noStrike">
              <a:solidFill>
                <a:srgbClr val="FEFEFE"/>
              </a:solidFill>
              <a:latin typeface="Century Gothic"/>
              <a:ea typeface="Century Gothic"/>
              <a:cs typeface="Century Gothic"/>
              <a:sym typeface="Century Gothic"/>
            </a:endParaRPr>
          </a:p>
        </p:txBody>
      </p:sp>
      <p:pic>
        <p:nvPicPr>
          <p:cNvPr id="514" name="Google Shape;514;p32"/>
          <p:cNvPicPr preferRelativeResize="0"/>
          <p:nvPr/>
        </p:nvPicPr>
        <p:blipFill>
          <a:blip r:embed="rId4">
            <a:alphaModFix/>
          </a:blip>
          <a:stretch>
            <a:fillRect/>
          </a:stretch>
        </p:blipFill>
        <p:spPr>
          <a:xfrm>
            <a:off x="6644050" y="4240900"/>
            <a:ext cx="5164025" cy="585000"/>
          </a:xfrm>
          <a:prstGeom prst="rect">
            <a:avLst/>
          </a:prstGeom>
          <a:noFill/>
          <a:ln cap="flat" cmpd="sng" w="9525">
            <a:solidFill>
              <a:schemeClr val="accent2"/>
            </a:solidFill>
            <a:prstDash val="solid"/>
            <a:round/>
            <a:headEnd len="sm" w="sm" type="none"/>
            <a:tailEnd len="sm" w="sm" type="none"/>
          </a:ln>
        </p:spPr>
      </p:pic>
      <p:pic>
        <p:nvPicPr>
          <p:cNvPr id="515" name="Google Shape;515;p32"/>
          <p:cNvPicPr preferRelativeResize="0"/>
          <p:nvPr/>
        </p:nvPicPr>
        <p:blipFill>
          <a:blip r:embed="rId5">
            <a:alphaModFix/>
          </a:blip>
          <a:stretch>
            <a:fillRect/>
          </a:stretch>
        </p:blipFill>
        <p:spPr>
          <a:xfrm>
            <a:off x="7818893" y="2739816"/>
            <a:ext cx="3371850" cy="657225"/>
          </a:xfrm>
          <a:prstGeom prst="rect">
            <a:avLst/>
          </a:prstGeom>
          <a:noFill/>
          <a:ln cap="flat" cmpd="sng" w="9525">
            <a:solidFill>
              <a:schemeClr val="accent2"/>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521" name="Google Shape;521;p33"/>
          <p:cNvPicPr preferRelativeResize="0"/>
          <p:nvPr/>
        </p:nvPicPr>
        <p:blipFill rotWithShape="1">
          <a:blip r:embed="rId3">
            <a:alphaModFix/>
          </a:blip>
          <a:srcRect b="0" l="0" r="0" t="0"/>
          <a:stretch/>
        </p:blipFill>
        <p:spPr>
          <a:xfrm>
            <a:off x="561110" y="2506065"/>
            <a:ext cx="5052333" cy="3312615"/>
          </a:xfrm>
          <a:prstGeom prst="rect">
            <a:avLst/>
          </a:prstGeom>
          <a:noFill/>
          <a:ln>
            <a:noFill/>
          </a:ln>
        </p:spPr>
      </p:pic>
      <p:pic>
        <p:nvPicPr>
          <p:cNvPr id="522" name="Google Shape;522;p33"/>
          <p:cNvPicPr preferRelativeResize="0"/>
          <p:nvPr/>
        </p:nvPicPr>
        <p:blipFill rotWithShape="1">
          <a:blip r:embed="rId4">
            <a:alphaModFix/>
          </a:blip>
          <a:srcRect b="0" l="0" r="0" t="0"/>
          <a:stretch/>
        </p:blipFill>
        <p:spPr>
          <a:xfrm>
            <a:off x="5758707" y="4603174"/>
            <a:ext cx="5539942" cy="1581658"/>
          </a:xfrm>
          <a:prstGeom prst="rect">
            <a:avLst/>
          </a:prstGeom>
          <a:noFill/>
          <a:ln>
            <a:noFill/>
          </a:ln>
        </p:spPr>
      </p:pic>
      <p:pic>
        <p:nvPicPr>
          <p:cNvPr id="523" name="Google Shape;523;p33"/>
          <p:cNvPicPr preferRelativeResize="0"/>
          <p:nvPr/>
        </p:nvPicPr>
        <p:blipFill rotWithShape="1">
          <a:blip r:embed="rId5">
            <a:alphaModFix/>
          </a:blip>
          <a:srcRect b="0" l="0" r="0" t="0"/>
          <a:stretch/>
        </p:blipFill>
        <p:spPr>
          <a:xfrm>
            <a:off x="5838078" y="6184824"/>
            <a:ext cx="695598" cy="207024"/>
          </a:xfrm>
          <a:prstGeom prst="rect">
            <a:avLst/>
          </a:prstGeom>
          <a:noFill/>
          <a:ln>
            <a:noFill/>
          </a:ln>
        </p:spPr>
      </p:pic>
      <p:pic>
        <p:nvPicPr>
          <p:cNvPr id="524" name="Google Shape;524;p33"/>
          <p:cNvPicPr preferRelativeResize="0"/>
          <p:nvPr/>
        </p:nvPicPr>
        <p:blipFill>
          <a:blip r:embed="rId6">
            <a:alphaModFix/>
          </a:blip>
          <a:stretch>
            <a:fillRect/>
          </a:stretch>
        </p:blipFill>
        <p:spPr>
          <a:xfrm>
            <a:off x="5544325" y="4015475"/>
            <a:ext cx="6281800" cy="293803"/>
          </a:xfrm>
          <a:prstGeom prst="rect">
            <a:avLst/>
          </a:prstGeom>
          <a:noFill/>
          <a:ln>
            <a:noFill/>
          </a:ln>
        </p:spPr>
      </p:pic>
      <p:pic>
        <p:nvPicPr>
          <p:cNvPr id="525" name="Google Shape;525;p33"/>
          <p:cNvPicPr preferRelativeResize="0"/>
          <p:nvPr/>
        </p:nvPicPr>
        <p:blipFill>
          <a:blip r:embed="rId7">
            <a:alphaModFix/>
          </a:blip>
          <a:stretch>
            <a:fillRect/>
          </a:stretch>
        </p:blipFill>
        <p:spPr>
          <a:xfrm>
            <a:off x="5497926" y="3008975"/>
            <a:ext cx="6404510" cy="767700"/>
          </a:xfrm>
          <a:prstGeom prst="rect">
            <a:avLst/>
          </a:prstGeom>
          <a:noFill/>
          <a:ln>
            <a:noFill/>
          </a:ln>
        </p:spPr>
      </p:pic>
      <p:sp>
        <p:nvSpPr>
          <p:cNvPr id="526" name="Google Shape;526;p33"/>
          <p:cNvSpPr txBox="1"/>
          <p:nvPr/>
        </p:nvSpPr>
        <p:spPr>
          <a:xfrm>
            <a:off x="645975" y="805300"/>
            <a:ext cx="7966500" cy="9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solidFill>
                  <a:schemeClr val="lt1"/>
                </a:solidFill>
                <a:latin typeface="Century Gothic"/>
                <a:ea typeface="Century Gothic"/>
                <a:cs typeface="Century Gothic"/>
                <a:sym typeface="Century Gothic"/>
              </a:rPr>
              <a:t>connect to virtual interface</a:t>
            </a:r>
            <a:endParaRPr b="1" sz="4000">
              <a:solidFill>
                <a:schemeClr val="lt1"/>
              </a:solidFill>
              <a:latin typeface="Century Gothic"/>
              <a:ea typeface="Century Gothic"/>
              <a:cs typeface="Century Gothic"/>
              <a:sym typeface="Century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4"/>
          <p:cNvSpPr txBox="1"/>
          <p:nvPr>
            <p:ph type="ctrTitle"/>
          </p:nvPr>
        </p:nvSpPr>
        <p:spPr>
          <a:xfrm>
            <a:off x="791061" y="4926563"/>
            <a:ext cx="8825658" cy="1017144"/>
          </a:xfrm>
          <a:prstGeom prst="rect">
            <a:avLst/>
          </a:prstGeom>
          <a:noFill/>
          <a:ln>
            <a:noFill/>
          </a:ln>
        </p:spPr>
        <p:txBody>
          <a:bodyPr anchorCtr="0" anchor="b" bIns="45700" lIns="91425" spcFirstLastPara="1" rIns="91425" wrap="square" tIns="45700">
            <a:noAutofit/>
          </a:bodyPr>
          <a:lstStyle/>
          <a:p>
            <a:pPr indent="0" lvl="0" marL="0" rtl="1" algn="l">
              <a:lnSpc>
                <a:spcPct val="100000"/>
              </a:lnSpc>
              <a:spcBef>
                <a:spcPts val="0"/>
              </a:spcBef>
              <a:spcAft>
                <a:spcPts val="0"/>
              </a:spcAft>
              <a:buClr>
                <a:schemeClr val="lt2"/>
              </a:buClr>
              <a:buSzPts val="4400"/>
              <a:buFont typeface="Century Gothic"/>
              <a:buNone/>
            </a:pPr>
            <a:r>
              <a:rPr b="1" lang="en-US" sz="4400"/>
              <a:t> Integrating Multiple UVCs</a:t>
            </a:r>
            <a:endParaRPr sz="4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grpSp>
        <p:nvGrpSpPr>
          <p:cNvPr id="536" name="Google Shape;536;p35"/>
          <p:cNvGrpSpPr/>
          <p:nvPr/>
        </p:nvGrpSpPr>
        <p:grpSpPr>
          <a:xfrm>
            <a:off x="6924117" y="2726934"/>
            <a:ext cx="4567175" cy="3315289"/>
            <a:chOff x="7673182" y="165003"/>
            <a:chExt cx="3916212" cy="2640563"/>
          </a:xfrm>
        </p:grpSpPr>
        <p:grpSp>
          <p:nvGrpSpPr>
            <p:cNvPr id="537" name="Google Shape;537;p35"/>
            <p:cNvGrpSpPr/>
            <p:nvPr/>
          </p:nvGrpSpPr>
          <p:grpSpPr>
            <a:xfrm>
              <a:off x="7673182" y="165003"/>
              <a:ext cx="3916211" cy="2640563"/>
              <a:chOff x="7673182" y="165003"/>
              <a:chExt cx="3916211" cy="2640563"/>
            </a:xfrm>
          </p:grpSpPr>
          <p:grpSp>
            <p:nvGrpSpPr>
              <p:cNvPr id="538" name="Google Shape;538;p35"/>
              <p:cNvGrpSpPr/>
              <p:nvPr/>
            </p:nvGrpSpPr>
            <p:grpSpPr>
              <a:xfrm>
                <a:off x="7673182" y="165003"/>
                <a:ext cx="3916211" cy="2640563"/>
                <a:chOff x="6721152" y="3315315"/>
                <a:chExt cx="3916211" cy="2640563"/>
              </a:xfrm>
            </p:grpSpPr>
            <p:pic>
              <p:nvPicPr>
                <p:cNvPr id="539" name="Google Shape;539;p35"/>
                <p:cNvPicPr preferRelativeResize="0"/>
                <p:nvPr/>
              </p:nvPicPr>
              <p:blipFill rotWithShape="1">
                <a:blip r:embed="rId3">
                  <a:alphaModFix/>
                </a:blip>
                <a:srcRect b="0" l="0" r="0" t="0"/>
                <a:stretch/>
              </p:blipFill>
              <p:spPr>
                <a:xfrm>
                  <a:off x="6721152" y="3315315"/>
                  <a:ext cx="3916211" cy="2640563"/>
                </a:xfrm>
                <a:prstGeom prst="rect">
                  <a:avLst/>
                </a:prstGeom>
                <a:noFill/>
                <a:ln>
                  <a:noFill/>
                </a:ln>
              </p:spPr>
            </p:pic>
            <p:sp>
              <p:nvSpPr>
                <p:cNvPr id="540" name="Google Shape;540;p35"/>
                <p:cNvSpPr/>
                <p:nvPr/>
              </p:nvSpPr>
              <p:spPr>
                <a:xfrm>
                  <a:off x="9423918" y="3946849"/>
                  <a:ext cx="727788" cy="1698171"/>
                </a:xfrm>
                <a:prstGeom prst="rect">
                  <a:avLst/>
                </a:prstGeom>
                <a:solidFill>
                  <a:srgbClr val="D3FCF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1" name="Google Shape;541;p35"/>
                <p:cNvSpPr/>
                <p:nvPr/>
              </p:nvSpPr>
              <p:spPr>
                <a:xfrm>
                  <a:off x="7244013" y="4667721"/>
                  <a:ext cx="770443" cy="1009424"/>
                </a:xfrm>
                <a:prstGeom prst="rect">
                  <a:avLst/>
                </a:prstGeom>
                <a:solidFill>
                  <a:srgbClr val="D3FCF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2" name="Google Shape;542;p35"/>
                <p:cNvSpPr/>
                <p:nvPr/>
              </p:nvSpPr>
              <p:spPr>
                <a:xfrm>
                  <a:off x="9004041" y="4310743"/>
                  <a:ext cx="419877" cy="1399592"/>
                </a:xfrm>
                <a:prstGeom prst="rect">
                  <a:avLst/>
                </a:prstGeom>
                <a:solidFill>
                  <a:srgbClr val="3D6CC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3" name="Google Shape;543;p35"/>
                <p:cNvSpPr/>
                <p:nvPr/>
              </p:nvSpPr>
              <p:spPr>
                <a:xfrm>
                  <a:off x="8013673" y="4824252"/>
                  <a:ext cx="401216" cy="905070"/>
                </a:xfrm>
                <a:prstGeom prst="rect">
                  <a:avLst/>
                </a:prstGeom>
                <a:solidFill>
                  <a:srgbClr val="3D6CC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544" name="Google Shape;544;p35"/>
              <p:cNvSpPr/>
              <p:nvPr/>
            </p:nvSpPr>
            <p:spPr>
              <a:xfrm>
                <a:off x="9731171" y="1738685"/>
                <a:ext cx="186147" cy="15862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5" name="Google Shape;545;p35"/>
              <p:cNvSpPr/>
              <p:nvPr/>
            </p:nvSpPr>
            <p:spPr>
              <a:xfrm>
                <a:off x="9740502" y="2309325"/>
                <a:ext cx="186147" cy="15862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6" name="Google Shape;546;p35"/>
              <p:cNvSpPr/>
              <p:nvPr/>
            </p:nvSpPr>
            <p:spPr>
              <a:xfrm>
                <a:off x="9409488" y="1790618"/>
                <a:ext cx="186147" cy="15862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7" name="Google Shape;547;p35"/>
              <p:cNvSpPr/>
              <p:nvPr/>
            </p:nvSpPr>
            <p:spPr>
              <a:xfrm>
                <a:off x="9731172" y="1326665"/>
                <a:ext cx="186147" cy="15862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8" name="Google Shape;548;p35"/>
              <p:cNvSpPr/>
              <p:nvPr/>
            </p:nvSpPr>
            <p:spPr>
              <a:xfrm>
                <a:off x="11234058" y="438539"/>
                <a:ext cx="209610" cy="622203"/>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549" name="Google Shape;549;p35"/>
            <p:cNvSpPr/>
            <p:nvPr/>
          </p:nvSpPr>
          <p:spPr>
            <a:xfrm>
              <a:off x="11425562" y="438538"/>
              <a:ext cx="163832" cy="622203"/>
            </a:xfrm>
            <a:prstGeom prst="rect">
              <a:avLst/>
            </a:prstGeom>
            <a:solidFill>
              <a:srgbClr val="5F9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550" name="Google Shape;550;p35"/>
          <p:cNvGrpSpPr/>
          <p:nvPr/>
        </p:nvGrpSpPr>
        <p:grpSpPr>
          <a:xfrm>
            <a:off x="755475" y="2726934"/>
            <a:ext cx="4432522" cy="3315290"/>
            <a:chOff x="1668587" y="175143"/>
            <a:chExt cx="3916211" cy="2640563"/>
          </a:xfrm>
        </p:grpSpPr>
        <p:pic>
          <p:nvPicPr>
            <p:cNvPr id="551" name="Google Shape;551;p35"/>
            <p:cNvPicPr preferRelativeResize="0"/>
            <p:nvPr/>
          </p:nvPicPr>
          <p:blipFill rotWithShape="1">
            <a:blip r:embed="rId3">
              <a:alphaModFix/>
            </a:blip>
            <a:srcRect b="0" l="0" r="0" t="0"/>
            <a:stretch/>
          </p:blipFill>
          <p:spPr>
            <a:xfrm>
              <a:off x="1668587" y="175143"/>
              <a:ext cx="3916211" cy="2640563"/>
            </a:xfrm>
            <a:prstGeom prst="rect">
              <a:avLst/>
            </a:prstGeom>
            <a:noFill/>
            <a:ln>
              <a:noFill/>
            </a:ln>
          </p:spPr>
        </p:pic>
        <p:sp>
          <p:nvSpPr>
            <p:cNvPr id="552" name="Google Shape;552;p35"/>
            <p:cNvSpPr/>
            <p:nvPr/>
          </p:nvSpPr>
          <p:spPr>
            <a:xfrm>
              <a:off x="5220070" y="438539"/>
              <a:ext cx="204186" cy="622203"/>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3" name="Google Shape;553;p35"/>
            <p:cNvSpPr/>
            <p:nvPr/>
          </p:nvSpPr>
          <p:spPr>
            <a:xfrm>
              <a:off x="5424256" y="438539"/>
              <a:ext cx="160542" cy="622203"/>
            </a:xfrm>
            <a:prstGeom prst="rect">
              <a:avLst/>
            </a:prstGeom>
            <a:solidFill>
              <a:srgbClr val="5F9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554" name="Google Shape;554;p35"/>
          <p:cNvSpPr/>
          <p:nvPr/>
        </p:nvSpPr>
        <p:spPr>
          <a:xfrm>
            <a:off x="5509823" y="4118655"/>
            <a:ext cx="1218686" cy="502785"/>
          </a:xfrm>
          <a:prstGeom prst="leftArrow">
            <a:avLst>
              <a:gd fmla="val 50000" name="adj1"/>
              <a:gd fmla="val 50000" name="adj2"/>
            </a:avLst>
          </a:prstGeom>
          <a:solidFill>
            <a:schemeClr val="lt1"/>
          </a:solidFill>
          <a:ln cap="rnd" cmpd="sng" w="19050">
            <a:solidFill>
              <a:srgbClr val="4B07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5" name="Google Shape;555;p3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2"/>
              </a:buClr>
              <a:buSzPts val="3600"/>
              <a:buFont typeface="Century Gothic"/>
              <a:buNone/>
            </a:pPr>
            <a:r>
              <a:rPr b="1" lang="en-US"/>
              <a:t> Integrating Multiple UVCs</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grpSp>
        <p:nvGrpSpPr>
          <p:cNvPr id="560" name="Google Shape;560;p36"/>
          <p:cNvGrpSpPr/>
          <p:nvPr/>
        </p:nvGrpSpPr>
        <p:grpSpPr>
          <a:xfrm>
            <a:off x="9380281" y="410547"/>
            <a:ext cx="2699440" cy="6256149"/>
            <a:chOff x="192520" y="214823"/>
            <a:chExt cx="2360645" cy="6447453"/>
          </a:xfrm>
        </p:grpSpPr>
        <p:grpSp>
          <p:nvGrpSpPr>
            <p:cNvPr id="561" name="Google Shape;561;p36"/>
            <p:cNvGrpSpPr/>
            <p:nvPr/>
          </p:nvGrpSpPr>
          <p:grpSpPr>
            <a:xfrm>
              <a:off x="314094" y="242551"/>
              <a:ext cx="2187149" cy="6375496"/>
              <a:chOff x="5436465" y="258105"/>
              <a:chExt cx="2187149" cy="6375496"/>
            </a:xfrm>
          </p:grpSpPr>
          <p:pic>
            <p:nvPicPr>
              <p:cNvPr id="562" name="Google Shape;562;p36"/>
              <p:cNvPicPr preferRelativeResize="0"/>
              <p:nvPr/>
            </p:nvPicPr>
            <p:blipFill rotWithShape="1">
              <a:blip r:embed="rId3">
                <a:alphaModFix/>
              </a:blip>
              <a:srcRect b="28742" l="0" r="81859" t="15749"/>
              <a:stretch/>
            </p:blipFill>
            <p:spPr>
              <a:xfrm>
                <a:off x="5436465" y="258105"/>
                <a:ext cx="1971575" cy="2786422"/>
              </a:xfrm>
              <a:prstGeom prst="rect">
                <a:avLst/>
              </a:prstGeom>
              <a:noFill/>
              <a:ln>
                <a:noFill/>
              </a:ln>
            </p:spPr>
          </p:pic>
          <p:pic>
            <p:nvPicPr>
              <p:cNvPr id="563" name="Google Shape;563;p36"/>
              <p:cNvPicPr preferRelativeResize="0"/>
              <p:nvPr/>
            </p:nvPicPr>
            <p:blipFill rotWithShape="1">
              <a:blip r:embed="rId4">
                <a:alphaModFix/>
              </a:blip>
              <a:srcRect b="25429" l="0" r="83203" t="16056"/>
              <a:stretch/>
            </p:blipFill>
            <p:spPr>
              <a:xfrm>
                <a:off x="5488388" y="3038476"/>
                <a:ext cx="2135226" cy="3595125"/>
              </a:xfrm>
              <a:prstGeom prst="rect">
                <a:avLst/>
              </a:prstGeom>
              <a:noFill/>
              <a:ln>
                <a:noFill/>
              </a:ln>
            </p:spPr>
          </p:pic>
        </p:grpSp>
        <p:sp>
          <p:nvSpPr>
            <p:cNvPr id="564" name="Google Shape;564;p36"/>
            <p:cNvSpPr/>
            <p:nvPr/>
          </p:nvSpPr>
          <p:spPr>
            <a:xfrm>
              <a:off x="192520" y="214823"/>
              <a:ext cx="2360645" cy="6447453"/>
            </a:xfrm>
            <a:prstGeom prst="rect">
              <a:avLst/>
            </a:pr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grpSp>
      <p:sp>
        <p:nvSpPr>
          <p:cNvPr id="565" name="Google Shape;565;p36"/>
          <p:cNvSpPr txBox="1"/>
          <p:nvPr/>
        </p:nvSpPr>
        <p:spPr>
          <a:xfrm>
            <a:off x="522515" y="830424"/>
            <a:ext cx="875027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entury Gothic"/>
                <a:ea typeface="Century Gothic"/>
                <a:cs typeface="Century Gothic"/>
                <a:sym typeface="Century Gothic"/>
              </a:rPr>
              <a:t> </a:t>
            </a:r>
            <a:r>
              <a:rPr b="1" i="0" lang="en-US" sz="2400" u="none" cap="none" strike="noStrike">
                <a:solidFill>
                  <a:schemeClr val="lt1"/>
                </a:solidFill>
                <a:latin typeface="Century Gothic"/>
                <a:ea typeface="Century Gothic"/>
                <a:cs typeface="Century Gothic"/>
                <a:sym typeface="Century Gothic"/>
              </a:rPr>
              <a:t>Integrating Multiple UVCs </a:t>
            </a:r>
            <a:r>
              <a:rPr b="1" i="0" lang="en-US" sz="2800" u="none" cap="none" strike="noStrike">
                <a:solidFill>
                  <a:schemeClr val="lt1"/>
                </a:solidFill>
                <a:latin typeface="Century Gothic"/>
                <a:ea typeface="Century Gothic"/>
                <a:cs typeface="Century Gothic"/>
                <a:sym typeface="Century Gothic"/>
              </a:rPr>
              <a:t>: Import and Interface</a:t>
            </a:r>
            <a:endParaRPr b="1" i="0" sz="2800" u="none" cap="none" strike="noStrike">
              <a:solidFill>
                <a:schemeClr val="lt1"/>
              </a:solidFill>
              <a:latin typeface="Century Gothic"/>
              <a:ea typeface="Century Gothic"/>
              <a:cs typeface="Century Gothic"/>
              <a:sym typeface="Century Gothic"/>
            </a:endParaRPr>
          </a:p>
        </p:txBody>
      </p:sp>
      <p:grpSp>
        <p:nvGrpSpPr>
          <p:cNvPr id="566" name="Google Shape;566;p36"/>
          <p:cNvGrpSpPr/>
          <p:nvPr/>
        </p:nvGrpSpPr>
        <p:grpSpPr>
          <a:xfrm>
            <a:off x="3630729" y="2575274"/>
            <a:ext cx="5702516" cy="4091472"/>
            <a:chOff x="4080799" y="3282237"/>
            <a:chExt cx="5418582" cy="3384459"/>
          </a:xfrm>
        </p:grpSpPr>
        <p:pic>
          <p:nvPicPr>
            <p:cNvPr id="567" name="Google Shape;567;p36"/>
            <p:cNvPicPr preferRelativeResize="0"/>
            <p:nvPr/>
          </p:nvPicPr>
          <p:blipFill rotWithShape="1">
            <a:blip r:embed="rId5">
              <a:alphaModFix/>
            </a:blip>
            <a:srcRect b="16830" l="-1147" r="56835" t="29812"/>
            <a:stretch/>
          </p:blipFill>
          <p:spPr>
            <a:xfrm>
              <a:off x="4080799" y="3513069"/>
              <a:ext cx="5418582" cy="3153627"/>
            </a:xfrm>
            <a:prstGeom prst="rect">
              <a:avLst/>
            </a:prstGeom>
            <a:noFill/>
            <a:ln cap="flat" cmpd="sng" w="9525">
              <a:solidFill>
                <a:schemeClr val="dk1"/>
              </a:solidFill>
              <a:prstDash val="solid"/>
              <a:round/>
              <a:headEnd len="sm" w="sm" type="none"/>
              <a:tailEnd len="sm" w="sm" type="none"/>
            </a:ln>
          </p:spPr>
        </p:pic>
        <p:sp>
          <p:nvSpPr>
            <p:cNvPr id="568" name="Google Shape;568;p36"/>
            <p:cNvSpPr txBox="1"/>
            <p:nvPr/>
          </p:nvSpPr>
          <p:spPr>
            <a:xfrm>
              <a:off x="4096957" y="3282237"/>
              <a:ext cx="1921200" cy="19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Century Gothic"/>
                  <a:ea typeface="Century Gothic"/>
                  <a:cs typeface="Century Gothic"/>
                  <a:sym typeface="Century Gothic"/>
                </a:rPr>
                <a:t>Tb_top.sv</a:t>
              </a:r>
              <a:endParaRPr b="0" i="0" sz="900" u="none" cap="none" strike="noStrike">
                <a:solidFill>
                  <a:schemeClr val="dk1"/>
                </a:solidFill>
                <a:latin typeface="Century Gothic"/>
                <a:ea typeface="Century Gothic"/>
                <a:cs typeface="Century Gothic"/>
                <a:sym typeface="Century Gothic"/>
              </a:endParaRPr>
            </a:p>
          </p:txBody>
        </p:sp>
      </p:grpSp>
      <p:sp>
        <p:nvSpPr>
          <p:cNvPr id="569" name="Google Shape;569;p36"/>
          <p:cNvSpPr txBox="1"/>
          <p:nvPr/>
        </p:nvSpPr>
        <p:spPr>
          <a:xfrm>
            <a:off x="67717" y="2575275"/>
            <a:ext cx="3717000" cy="2555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accent1"/>
              </a:buClr>
              <a:buSzPts val="1600"/>
              <a:buFont typeface="Noto Sans Symbols"/>
              <a:buChar char="⮚"/>
            </a:pPr>
            <a:r>
              <a:rPr b="0" i="0" lang="en-US" sz="1600" u="none" cap="none" strike="noStrike">
                <a:solidFill>
                  <a:schemeClr val="dk1"/>
                </a:solidFill>
                <a:latin typeface="Century Gothic"/>
                <a:ea typeface="Century Gothic"/>
                <a:cs typeface="Century Gothic"/>
                <a:sym typeface="Century Gothic"/>
              </a:rPr>
              <a:t> In the hardware top module hw_top: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1. Instantiate the interface and connect to the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DUT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accent1"/>
              </a:buClr>
              <a:buSzPts val="1600"/>
              <a:buFont typeface="Noto Sans Symbols"/>
              <a:buChar char="⮚"/>
            </a:pPr>
            <a:r>
              <a:rPr b="0" i="0" lang="en-US" sz="1600" u="none" cap="none" strike="noStrike">
                <a:solidFill>
                  <a:schemeClr val="dk1"/>
                </a:solidFill>
                <a:latin typeface="Century Gothic"/>
                <a:ea typeface="Century Gothic"/>
                <a:cs typeface="Century Gothic"/>
                <a:sym typeface="Century Gothic"/>
              </a:rPr>
              <a:t>module tb_top: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1. Import the UVC package before the testbench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entury Gothic"/>
                <a:ea typeface="Century Gothic"/>
                <a:cs typeface="Century Gothic"/>
                <a:sym typeface="Century Gothic"/>
              </a:rPr>
              <a:t>2. Add a configuration set to connect the interface</a:t>
            </a:r>
            <a:endParaRPr b="0" i="0" sz="16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pic>
        <p:nvPicPr>
          <p:cNvPr id="574" name="Google Shape;574;p37"/>
          <p:cNvPicPr preferRelativeResize="0"/>
          <p:nvPr/>
        </p:nvPicPr>
        <p:blipFill rotWithShape="1">
          <a:blip r:embed="rId3">
            <a:alphaModFix/>
          </a:blip>
          <a:srcRect b="21870" l="-389" r="60623" t="12825"/>
          <a:stretch/>
        </p:blipFill>
        <p:spPr>
          <a:xfrm>
            <a:off x="145066" y="1843485"/>
            <a:ext cx="5643739" cy="3493080"/>
          </a:xfrm>
          <a:prstGeom prst="rect">
            <a:avLst/>
          </a:prstGeom>
          <a:noFill/>
          <a:ln cap="flat" cmpd="sng" w="9525">
            <a:solidFill>
              <a:schemeClr val="dk1"/>
            </a:solidFill>
            <a:prstDash val="solid"/>
            <a:round/>
            <a:headEnd len="sm" w="sm" type="none"/>
            <a:tailEnd len="sm" w="sm" type="none"/>
          </a:ln>
        </p:spPr>
      </p:pic>
      <p:sp>
        <p:nvSpPr>
          <p:cNvPr id="575" name="Google Shape;575;p37"/>
          <p:cNvSpPr txBox="1"/>
          <p:nvPr/>
        </p:nvSpPr>
        <p:spPr>
          <a:xfrm>
            <a:off x="614962" y="732672"/>
            <a:ext cx="1045114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entury Gothic"/>
                <a:ea typeface="Century Gothic"/>
                <a:cs typeface="Century Gothic"/>
                <a:sym typeface="Century Gothic"/>
              </a:rPr>
              <a:t>Integrating Multiple UVCs </a:t>
            </a:r>
            <a:r>
              <a:rPr b="1" i="0" lang="en-US" sz="2800" u="none" cap="none" strike="noStrike">
                <a:solidFill>
                  <a:schemeClr val="lt1"/>
                </a:solidFill>
                <a:latin typeface="Century Gothic"/>
                <a:ea typeface="Century Gothic"/>
                <a:cs typeface="Century Gothic"/>
                <a:sym typeface="Century Gothic"/>
              </a:rPr>
              <a:t>: Configuration and Instantiation</a:t>
            </a:r>
            <a:endParaRPr b="1" i="0" sz="2800" u="none" cap="none" strike="noStrike">
              <a:solidFill>
                <a:schemeClr val="lt1"/>
              </a:solidFill>
              <a:latin typeface="Century Gothic"/>
              <a:ea typeface="Century Gothic"/>
              <a:cs typeface="Century Gothic"/>
              <a:sym typeface="Century Gothic"/>
            </a:endParaRPr>
          </a:p>
        </p:txBody>
      </p:sp>
      <p:grpSp>
        <p:nvGrpSpPr>
          <p:cNvPr id="576" name="Google Shape;576;p37"/>
          <p:cNvGrpSpPr/>
          <p:nvPr/>
        </p:nvGrpSpPr>
        <p:grpSpPr>
          <a:xfrm>
            <a:off x="6824889" y="2040171"/>
            <a:ext cx="4758612" cy="2936710"/>
            <a:chOff x="6868189" y="3438550"/>
            <a:chExt cx="4758612" cy="2936710"/>
          </a:xfrm>
        </p:grpSpPr>
        <p:pic>
          <p:nvPicPr>
            <p:cNvPr id="577" name="Google Shape;577;p37"/>
            <p:cNvPicPr preferRelativeResize="0"/>
            <p:nvPr/>
          </p:nvPicPr>
          <p:blipFill rotWithShape="1">
            <a:blip r:embed="rId4">
              <a:alphaModFix/>
            </a:blip>
            <a:srcRect b="25853" l="0" r="60970" t="28229"/>
            <a:stretch/>
          </p:blipFill>
          <p:spPr>
            <a:xfrm>
              <a:off x="6868189" y="3669382"/>
              <a:ext cx="4758612" cy="2705878"/>
            </a:xfrm>
            <a:prstGeom prst="rect">
              <a:avLst/>
            </a:prstGeom>
            <a:noFill/>
            <a:ln cap="flat" cmpd="sng" w="9525">
              <a:solidFill>
                <a:schemeClr val="dk1"/>
              </a:solidFill>
              <a:prstDash val="solid"/>
              <a:round/>
              <a:headEnd len="sm" w="sm" type="none"/>
              <a:tailEnd len="sm" w="sm" type="none"/>
            </a:ln>
          </p:spPr>
        </p:pic>
        <p:sp>
          <p:nvSpPr>
            <p:cNvPr id="578" name="Google Shape;578;p37"/>
            <p:cNvSpPr txBox="1"/>
            <p:nvPr/>
          </p:nvSpPr>
          <p:spPr>
            <a:xfrm>
              <a:off x="9717640" y="3438550"/>
              <a:ext cx="18801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Century Gothic"/>
                  <a:ea typeface="Century Gothic"/>
                  <a:cs typeface="Century Gothic"/>
                  <a:sym typeface="Century Gothic"/>
                </a:rPr>
                <a:t>Router_test_lib.sv</a:t>
              </a:r>
              <a:endParaRPr b="0" i="0" sz="900" u="none" cap="none" strike="noStrike">
                <a:solidFill>
                  <a:schemeClr val="dk1"/>
                </a:solidFill>
                <a:latin typeface="Century Gothic"/>
                <a:ea typeface="Century Gothic"/>
                <a:cs typeface="Century Gothic"/>
                <a:sym typeface="Century Gothic"/>
              </a:endParaRPr>
            </a:p>
          </p:txBody>
        </p:sp>
        <p:sp>
          <p:nvSpPr>
            <p:cNvPr id="579" name="Google Shape;579;p37"/>
            <p:cNvSpPr/>
            <p:nvPr/>
          </p:nvSpPr>
          <p:spPr>
            <a:xfrm>
              <a:off x="11066106" y="4926563"/>
              <a:ext cx="328328" cy="17728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pSp>
      <p:pic>
        <p:nvPicPr>
          <p:cNvPr id="580" name="Google Shape;580;p37"/>
          <p:cNvPicPr preferRelativeResize="0"/>
          <p:nvPr/>
        </p:nvPicPr>
        <p:blipFill>
          <a:blip r:embed="rId5">
            <a:alphaModFix/>
          </a:blip>
          <a:stretch>
            <a:fillRect/>
          </a:stretch>
        </p:blipFill>
        <p:spPr>
          <a:xfrm>
            <a:off x="2453200" y="4942225"/>
            <a:ext cx="9758126" cy="19290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8"/>
          <p:cNvSpPr txBox="1"/>
          <p:nvPr/>
        </p:nvSpPr>
        <p:spPr>
          <a:xfrm>
            <a:off x="384111" y="5066522"/>
            <a:ext cx="8032101" cy="5632311"/>
          </a:xfrm>
          <a:prstGeom prst="rect">
            <a:avLst/>
          </a:prstGeom>
          <a:noFill/>
          <a:ln>
            <a:noFill/>
          </a:ln>
        </p:spPr>
        <p:txBody>
          <a:bodyPr anchorCtr="0" anchor="t" bIns="45700" lIns="91425" spcFirstLastPara="1" rIns="91425" wrap="square" tIns="45700">
            <a:spAutoFit/>
          </a:bodyPr>
          <a:lstStyle/>
          <a:p>
            <a:pPr indent="-228600" lvl="0" marL="342900" marR="0" rtl="0" algn="l">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Century Gothic"/>
              <a:ea typeface="Century Gothic"/>
              <a:cs typeface="Century Gothic"/>
              <a:sym typeface="Century Gothic"/>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rgbClr val="000000"/>
                </a:solidFill>
                <a:latin typeface="Arial"/>
                <a:ea typeface="Arial"/>
                <a:cs typeface="Arial"/>
                <a:sym typeface="Arial"/>
              </a:rPr>
              <a:t> </a:t>
            </a:r>
            <a:br>
              <a:rPr b="0" i="0" lang="en-US" sz="1800" u="none" cap="none" strike="noStrike">
                <a:solidFill>
                  <a:srgbClr val="000000"/>
                </a:solidFill>
                <a:latin typeface="Arial"/>
                <a:ea typeface="Arial"/>
                <a:cs typeface="Arial"/>
                <a:sym typeface="Arial"/>
              </a:rPr>
            </a:br>
            <a:br>
              <a:rPr b="0" i="0" lang="en-US" sz="1800" u="none" cap="none" strike="noStrike">
                <a:solidFill>
                  <a:schemeClr val="dk1"/>
                </a:solidFill>
                <a:latin typeface="Century Gothic"/>
                <a:ea typeface="Century Gothic"/>
                <a:cs typeface="Century Gothic"/>
                <a:sym typeface="Century Gothic"/>
              </a:rPr>
            </a:b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a:t>
            </a:r>
            <a:br>
              <a:rPr b="0" i="0" lang="en-US" sz="1800" u="none" cap="none" strike="noStrike">
                <a:solidFill>
                  <a:schemeClr val="dk1"/>
                </a:solidFill>
                <a:latin typeface="Century Gothic"/>
                <a:ea typeface="Century Gothic"/>
                <a:cs typeface="Century Gothic"/>
                <a:sym typeface="Century Gothic"/>
              </a:rPr>
            </a:br>
            <a:r>
              <a:rPr b="0" i="0" lang="en-US" sz="1800" u="none" cap="none" strike="noStrike">
                <a:solidFill>
                  <a:schemeClr val="dk1"/>
                </a:solidFill>
                <a:latin typeface="Century Gothic"/>
                <a:ea typeface="Century Gothic"/>
                <a:cs typeface="Century Gothic"/>
                <a:sym typeface="Century Gothic"/>
              </a:rPr>
              <a:t> </a:t>
            </a:r>
            <a:br>
              <a:rPr b="0" i="0" lang="en-US" sz="1800" u="none" cap="none" strike="noStrike">
                <a:solidFill>
                  <a:schemeClr val="dk1"/>
                </a:solidFill>
                <a:latin typeface="Century Gothic"/>
                <a:ea typeface="Century Gothic"/>
                <a:cs typeface="Century Gothic"/>
                <a:sym typeface="Century Gothic"/>
              </a:rPr>
            </a:br>
            <a:endParaRPr b="0" i="0" sz="1800" u="none" cap="none" strike="noStrike">
              <a:solidFill>
                <a:schemeClr val="dk1"/>
              </a:solidFill>
              <a:latin typeface="Century Gothic"/>
              <a:ea typeface="Century Gothic"/>
              <a:cs typeface="Century Gothic"/>
              <a:sym typeface="Century Gothic"/>
            </a:endParaRPr>
          </a:p>
        </p:txBody>
      </p:sp>
      <p:sp>
        <p:nvSpPr>
          <p:cNvPr id="586" name="Google Shape;586;p3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587" name="Google Shape;587;p38"/>
          <p:cNvSpPr txBox="1"/>
          <p:nvPr/>
        </p:nvSpPr>
        <p:spPr>
          <a:xfrm>
            <a:off x="852292" y="4979965"/>
            <a:ext cx="9919347"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chemeClr val="lt1"/>
                </a:solidFill>
                <a:latin typeface="Century Gothic"/>
                <a:ea typeface="Century Gothic"/>
                <a:cs typeface="Century Gothic"/>
                <a:sym typeface="Century Gothic"/>
              </a:rPr>
              <a:t>Multichannel (v</a:t>
            </a:r>
            <a:r>
              <a:rPr b="1" lang="en-US" sz="4400">
                <a:solidFill>
                  <a:schemeClr val="lt1"/>
                </a:solidFill>
                <a:latin typeface="Century Gothic"/>
                <a:ea typeface="Century Gothic"/>
                <a:cs typeface="Century Gothic"/>
                <a:sym typeface="Century Gothic"/>
              </a:rPr>
              <a:t>irtual)</a:t>
            </a:r>
            <a:r>
              <a:rPr b="1" i="0" lang="en-US" sz="6000" u="none" cap="none" strike="noStrike">
                <a:solidFill>
                  <a:schemeClr val="lt1"/>
                </a:solidFill>
                <a:latin typeface="Century Gothic"/>
                <a:ea typeface="Century Gothic"/>
                <a:cs typeface="Century Gothic"/>
                <a:sym typeface="Century Gothic"/>
              </a:rPr>
              <a:t> </a:t>
            </a:r>
            <a:r>
              <a:rPr b="1" i="0" lang="en-US" sz="4400" u="none" cap="none" strike="noStrike">
                <a:solidFill>
                  <a:schemeClr val="lt1"/>
                </a:solidFill>
                <a:latin typeface="Century Gothic"/>
                <a:ea typeface="Century Gothic"/>
                <a:cs typeface="Century Gothic"/>
                <a:sym typeface="Century Gothic"/>
              </a:rPr>
              <a:t>Sequencer </a:t>
            </a:r>
            <a:endParaRPr b="1" i="0" sz="44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0"/>
          <p:cNvSpPr txBox="1"/>
          <p:nvPr>
            <p:ph type="title"/>
          </p:nvPr>
        </p:nvSpPr>
        <p:spPr>
          <a:xfrm>
            <a:off x="689811" y="1063416"/>
            <a:ext cx="9721923" cy="954352"/>
          </a:xfrm>
          <a:prstGeom prst="rect">
            <a:avLst/>
          </a:prstGeom>
          <a:noFill/>
          <a:ln>
            <a:noFill/>
          </a:ln>
        </p:spPr>
        <p:txBody>
          <a:bodyPr anchorCtr="0" anchor="ctr" bIns="45700" lIns="91425" spcFirstLastPara="1" rIns="91425" wrap="square" tIns="45700">
            <a:noAutofit/>
          </a:bodyPr>
          <a:lstStyle/>
          <a:p>
            <a:pPr indent="0" lvl="0" marL="0" rtl="1" algn="l">
              <a:lnSpc>
                <a:spcPct val="100000"/>
              </a:lnSpc>
              <a:spcBef>
                <a:spcPts val="0"/>
              </a:spcBef>
              <a:spcAft>
                <a:spcPts val="0"/>
              </a:spcAft>
              <a:buClr>
                <a:schemeClr val="lt1"/>
              </a:buClr>
              <a:buSzPts val="2800"/>
              <a:buFont typeface="Arial"/>
              <a:buNone/>
            </a:pPr>
            <a:r>
              <a:rPr b="1" lang="en-US" sz="2800">
                <a:solidFill>
                  <a:schemeClr val="lt1"/>
                </a:solidFill>
                <a:latin typeface="Arial"/>
                <a:ea typeface="Arial"/>
                <a:cs typeface="Arial"/>
                <a:sym typeface="Arial"/>
              </a:rPr>
              <a:t>P</a:t>
            </a:r>
            <a:r>
              <a:rPr b="1" i="0" lang="en-US" sz="3200">
                <a:solidFill>
                  <a:schemeClr val="lt1"/>
                </a:solidFill>
                <a:latin typeface="Arial"/>
                <a:ea typeface="Arial"/>
                <a:cs typeface="Arial"/>
                <a:sym typeface="Arial"/>
              </a:rPr>
              <a:t>rocedure for Adding a Multichannel Sequencer</a:t>
            </a:r>
            <a:r>
              <a:rPr lang="en-US" sz="5400">
                <a:solidFill>
                  <a:schemeClr val="lt1"/>
                </a:solidFill>
              </a:rPr>
              <a:t> </a:t>
            </a:r>
            <a:br>
              <a:rPr lang="en-US"/>
            </a:br>
            <a:endParaRPr/>
          </a:p>
        </p:txBody>
      </p:sp>
      <p:pic>
        <p:nvPicPr>
          <p:cNvPr id="593" name="Google Shape;593;p40"/>
          <p:cNvPicPr preferRelativeResize="0"/>
          <p:nvPr>
            <p:ph idx="1" type="body"/>
          </p:nvPr>
        </p:nvPicPr>
        <p:blipFill rotWithShape="1">
          <a:blip r:embed="rId3">
            <a:alphaModFix/>
          </a:blip>
          <a:srcRect b="0" l="0" r="0" t="0"/>
          <a:stretch/>
        </p:blipFill>
        <p:spPr>
          <a:xfrm>
            <a:off x="881909" y="3642827"/>
            <a:ext cx="6420746" cy="952633"/>
          </a:xfrm>
          <a:prstGeom prst="rect">
            <a:avLst/>
          </a:prstGeom>
          <a:noFill/>
          <a:ln>
            <a:noFill/>
          </a:ln>
        </p:spPr>
      </p:pic>
      <p:sp>
        <p:nvSpPr>
          <p:cNvPr id="594" name="Google Shape;594;p4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Multichannel Sequencer </a:t>
            </a:r>
            <a:endParaRPr/>
          </a:p>
        </p:txBody>
      </p:sp>
      <p:sp>
        <p:nvSpPr>
          <p:cNvPr id="595" name="Google Shape;595;p4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596" name="Google Shape;596;p40"/>
          <p:cNvSpPr txBox="1"/>
          <p:nvPr/>
        </p:nvSpPr>
        <p:spPr>
          <a:xfrm>
            <a:off x="689811" y="2061565"/>
            <a:ext cx="906378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br>
              <a:rPr b="1"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For our router, we need to coordinate the stimulus from the YAPP and the HBUS UVCs.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The Channel UVCs and the Clock and Reset UVCs always run a single sequence,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so do not need to be controlled via the multichannel sequencer.</a:t>
            </a:r>
            <a:endParaRPr b="0" i="0" sz="1800" u="none" cap="none" strike="noStrike">
              <a:solidFill>
                <a:schemeClr val="dk1"/>
              </a:solidFill>
              <a:latin typeface="Century Gothic"/>
              <a:ea typeface="Century Gothic"/>
              <a:cs typeface="Century Gothic"/>
              <a:sym typeface="Century Gothic"/>
            </a:endParaRPr>
          </a:p>
        </p:txBody>
      </p:sp>
      <p:pic>
        <p:nvPicPr>
          <p:cNvPr id="597" name="Google Shape;597;p40"/>
          <p:cNvPicPr preferRelativeResize="0"/>
          <p:nvPr/>
        </p:nvPicPr>
        <p:blipFill rotWithShape="1">
          <a:blip r:embed="rId4">
            <a:alphaModFix/>
          </a:blip>
          <a:srcRect b="0" l="0" r="0" t="0"/>
          <a:stretch/>
        </p:blipFill>
        <p:spPr>
          <a:xfrm>
            <a:off x="689811" y="4976393"/>
            <a:ext cx="8850054" cy="10304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p41"/>
          <p:cNvPicPr preferRelativeResize="0"/>
          <p:nvPr/>
        </p:nvPicPr>
        <p:blipFill rotWithShape="1">
          <a:blip r:embed="rId3">
            <a:alphaModFix/>
          </a:blip>
          <a:srcRect b="0" l="0" r="0" t="0"/>
          <a:stretch/>
        </p:blipFill>
        <p:spPr>
          <a:xfrm>
            <a:off x="837422" y="1802953"/>
            <a:ext cx="8375247" cy="4381229"/>
          </a:xfrm>
          <a:prstGeom prst="rect">
            <a:avLst/>
          </a:prstGeom>
          <a:noFill/>
          <a:ln>
            <a:noFill/>
          </a:ln>
        </p:spPr>
      </p:pic>
      <p:pic>
        <p:nvPicPr>
          <p:cNvPr id="603" name="Google Shape;603;p41"/>
          <p:cNvPicPr preferRelativeResize="0"/>
          <p:nvPr/>
        </p:nvPicPr>
        <p:blipFill rotWithShape="1">
          <a:blip r:embed="rId4">
            <a:alphaModFix/>
          </a:blip>
          <a:srcRect b="0" l="0" r="0" t="0"/>
          <a:stretch/>
        </p:blipFill>
        <p:spPr>
          <a:xfrm>
            <a:off x="376197" y="567199"/>
            <a:ext cx="9297698" cy="971686"/>
          </a:xfrm>
          <a:prstGeom prst="rect">
            <a:avLst/>
          </a:prstGeom>
          <a:noFill/>
          <a:ln>
            <a:noFill/>
          </a:ln>
        </p:spPr>
      </p:pic>
      <p:sp>
        <p:nvSpPr>
          <p:cNvPr id="604" name="Google Shape;604;p4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Multichannel Sequencer </a:t>
            </a:r>
            <a:endParaRPr/>
          </a:p>
        </p:txBody>
      </p:sp>
      <p:sp>
        <p:nvSpPr>
          <p:cNvPr id="605" name="Google Shape;605;p4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pic>
        <p:nvPicPr>
          <p:cNvPr id="610" name="Google Shape;610;p42"/>
          <p:cNvPicPr preferRelativeResize="0"/>
          <p:nvPr/>
        </p:nvPicPr>
        <p:blipFill rotWithShape="1">
          <a:blip r:embed="rId3">
            <a:alphaModFix/>
          </a:blip>
          <a:srcRect b="0" l="0" r="0" t="0"/>
          <a:stretch/>
        </p:blipFill>
        <p:spPr>
          <a:xfrm>
            <a:off x="645600" y="467186"/>
            <a:ext cx="7344800" cy="962159"/>
          </a:xfrm>
          <a:prstGeom prst="rect">
            <a:avLst/>
          </a:prstGeom>
          <a:noFill/>
          <a:ln>
            <a:noFill/>
          </a:ln>
        </p:spPr>
      </p:pic>
      <p:pic>
        <p:nvPicPr>
          <p:cNvPr id="611" name="Google Shape;611;p42"/>
          <p:cNvPicPr preferRelativeResize="0"/>
          <p:nvPr/>
        </p:nvPicPr>
        <p:blipFill rotWithShape="1">
          <a:blip r:embed="rId4">
            <a:alphaModFix/>
          </a:blip>
          <a:srcRect b="0" l="0" r="0" t="0"/>
          <a:stretch/>
        </p:blipFill>
        <p:spPr>
          <a:xfrm>
            <a:off x="1010177" y="1699868"/>
            <a:ext cx="8279539" cy="4385959"/>
          </a:xfrm>
          <a:prstGeom prst="rect">
            <a:avLst/>
          </a:prstGeom>
          <a:noFill/>
          <a:ln>
            <a:noFill/>
          </a:ln>
        </p:spPr>
      </p:pic>
      <p:sp>
        <p:nvSpPr>
          <p:cNvPr id="612" name="Google Shape;612;p4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Multichannel Sequencer </a:t>
            </a:r>
            <a:endParaRPr/>
          </a:p>
        </p:txBody>
      </p:sp>
      <p:sp>
        <p:nvSpPr>
          <p:cNvPr id="613" name="Google Shape;613;p4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pic>
        <p:nvPicPr>
          <p:cNvPr id="618" name="Google Shape;618;p43"/>
          <p:cNvPicPr preferRelativeResize="0"/>
          <p:nvPr/>
        </p:nvPicPr>
        <p:blipFill rotWithShape="1">
          <a:blip r:embed="rId3">
            <a:alphaModFix/>
          </a:blip>
          <a:srcRect b="0" l="0" r="0" t="0"/>
          <a:stretch/>
        </p:blipFill>
        <p:spPr>
          <a:xfrm>
            <a:off x="109475" y="130175"/>
            <a:ext cx="6843776" cy="1189450"/>
          </a:xfrm>
          <a:prstGeom prst="rect">
            <a:avLst/>
          </a:prstGeom>
          <a:noFill/>
          <a:ln>
            <a:noFill/>
          </a:ln>
        </p:spPr>
      </p:pic>
      <p:pic>
        <p:nvPicPr>
          <p:cNvPr id="619" name="Google Shape;619;p43"/>
          <p:cNvPicPr preferRelativeResize="0"/>
          <p:nvPr/>
        </p:nvPicPr>
        <p:blipFill rotWithShape="1">
          <a:blip r:embed="rId4">
            <a:alphaModFix/>
          </a:blip>
          <a:srcRect b="0" l="0" r="0" t="0"/>
          <a:stretch/>
        </p:blipFill>
        <p:spPr>
          <a:xfrm>
            <a:off x="109475" y="1319625"/>
            <a:ext cx="7690925" cy="3906374"/>
          </a:xfrm>
          <a:prstGeom prst="rect">
            <a:avLst/>
          </a:prstGeom>
          <a:noFill/>
          <a:ln>
            <a:noFill/>
          </a:ln>
        </p:spPr>
      </p:pic>
      <p:sp>
        <p:nvSpPr>
          <p:cNvPr id="620" name="Google Shape;620;p4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Multichannel Sequencer </a:t>
            </a:r>
            <a:endParaRPr/>
          </a:p>
        </p:txBody>
      </p:sp>
      <p:sp>
        <p:nvSpPr>
          <p:cNvPr id="621" name="Google Shape;621;p4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622" name="Google Shape;622;p43"/>
          <p:cNvPicPr preferRelativeResize="0"/>
          <p:nvPr/>
        </p:nvPicPr>
        <p:blipFill>
          <a:blip r:embed="rId5">
            <a:alphaModFix/>
          </a:blip>
          <a:stretch>
            <a:fillRect/>
          </a:stretch>
        </p:blipFill>
        <p:spPr>
          <a:xfrm>
            <a:off x="32551" y="5395775"/>
            <a:ext cx="12192001" cy="145815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44"/>
          <p:cNvSpPr txBox="1"/>
          <p:nvPr>
            <p:ph type="ctrTitle"/>
          </p:nvPr>
        </p:nvSpPr>
        <p:spPr>
          <a:xfrm>
            <a:off x="903029" y="4404047"/>
            <a:ext cx="8825658" cy="858415"/>
          </a:xfrm>
          <a:prstGeom prst="rect">
            <a:avLst/>
          </a:prstGeom>
          <a:noFill/>
          <a:ln>
            <a:noFill/>
          </a:ln>
        </p:spPr>
        <p:txBody>
          <a:bodyPr anchorCtr="0" anchor="b" bIns="45700" lIns="91425" spcFirstLastPara="1" rIns="91425" wrap="square" tIns="45700">
            <a:noAutofit/>
          </a:bodyPr>
          <a:lstStyle/>
          <a:p>
            <a:pPr indent="0" lvl="0" marL="0" rtl="1" algn="l">
              <a:lnSpc>
                <a:spcPct val="100000"/>
              </a:lnSpc>
              <a:spcBef>
                <a:spcPts val="0"/>
              </a:spcBef>
              <a:spcAft>
                <a:spcPts val="0"/>
              </a:spcAft>
              <a:buClr>
                <a:schemeClr val="lt2"/>
              </a:buClr>
              <a:buSzPts val="4400"/>
              <a:buFont typeface="Century Gothic"/>
              <a:buNone/>
            </a:pPr>
            <a:r>
              <a:rPr b="1" lang="en-US" sz="4400"/>
              <a:t>REF Model &amp; </a:t>
            </a:r>
            <a:r>
              <a:rPr b="1" lang="en-US" sz="4400"/>
              <a:t>Scoreboard </a:t>
            </a:r>
            <a:endParaRPr b="1" sz="4400"/>
          </a:p>
        </p:txBody>
      </p:sp>
      <p:sp>
        <p:nvSpPr>
          <p:cNvPr id="628" name="Google Shape;628;p44"/>
          <p:cNvSpPr txBox="1"/>
          <p:nvPr>
            <p:ph idx="1" type="subTitle"/>
          </p:nvPr>
        </p:nvSpPr>
        <p:spPr>
          <a:xfrm>
            <a:off x="1014996" y="5467737"/>
            <a:ext cx="8825658" cy="488303"/>
          </a:xfrm>
          <a:prstGeom prst="rect">
            <a:avLst/>
          </a:prstGeom>
          <a:noFill/>
          <a:ln>
            <a:noFill/>
          </a:ln>
        </p:spPr>
        <p:txBody>
          <a:bodyPr anchorCtr="0" anchor="t" bIns="45700" lIns="91425" spcFirstLastPara="1" rIns="91425" wrap="square" tIns="45700">
            <a:normAutofit/>
          </a:bodyPr>
          <a:lstStyle/>
          <a:p>
            <a:pPr indent="0" lvl="0" marL="0" rtl="1" algn="l">
              <a:lnSpc>
                <a:spcPct val="100000"/>
              </a:lnSpc>
              <a:spcBef>
                <a:spcPts val="0"/>
              </a:spcBef>
              <a:spcAft>
                <a:spcPts val="0"/>
              </a:spcAft>
              <a:buSzPts val="1440"/>
              <a:buNone/>
            </a:pPr>
            <a:r>
              <a:rPr lang="en-US"/>
              <a:t>IMPLEMENTATION AND CONNECTIONS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45"/>
          <p:cNvSpPr txBox="1"/>
          <p:nvPr>
            <p:ph type="title"/>
          </p:nvPr>
        </p:nvSpPr>
        <p:spPr>
          <a:xfrm>
            <a:off x="-496277" y="986993"/>
            <a:ext cx="8761500" cy="707100"/>
          </a:xfrm>
          <a:prstGeom prst="rect">
            <a:avLst/>
          </a:prstGeom>
          <a:noFill/>
          <a:ln>
            <a:noFill/>
          </a:ln>
        </p:spPr>
        <p:txBody>
          <a:bodyPr anchorCtr="0" anchor="ctr" bIns="45700" lIns="91425" spcFirstLastPara="1" rIns="91425" wrap="square" tIns="45700">
            <a:noAutofit/>
          </a:bodyPr>
          <a:lstStyle/>
          <a:p>
            <a:pPr indent="0" lvl="0" marL="0" rtl="1" algn="ctr">
              <a:lnSpc>
                <a:spcPct val="100000"/>
              </a:lnSpc>
              <a:spcBef>
                <a:spcPts val="0"/>
              </a:spcBef>
              <a:spcAft>
                <a:spcPts val="0"/>
              </a:spcAft>
              <a:buClr>
                <a:schemeClr val="lt2"/>
              </a:buClr>
              <a:buSzPts val="4400"/>
              <a:buFont typeface="Century Gothic"/>
              <a:buNone/>
            </a:pPr>
            <a:r>
              <a:rPr b="1" lang="en-US" sz="4400"/>
              <a:t>Scoreboard Building</a:t>
            </a:r>
            <a:endParaRPr b="1" sz="4400"/>
          </a:p>
        </p:txBody>
      </p:sp>
      <p:sp>
        <p:nvSpPr>
          <p:cNvPr id="634" name="Google Shape;634;p4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pic>
        <p:nvPicPr>
          <p:cNvPr id="635" name="Google Shape;635;p45"/>
          <p:cNvPicPr preferRelativeResize="0"/>
          <p:nvPr/>
        </p:nvPicPr>
        <p:blipFill rotWithShape="1">
          <a:blip r:embed="rId3">
            <a:alphaModFix/>
          </a:blip>
          <a:srcRect b="0" l="0" r="0" t="0"/>
          <a:stretch/>
        </p:blipFill>
        <p:spPr>
          <a:xfrm>
            <a:off x="2821348" y="1781747"/>
            <a:ext cx="5064261" cy="4778641"/>
          </a:xfrm>
          <a:prstGeom prst="rect">
            <a:avLst/>
          </a:prstGeom>
          <a:noFill/>
          <a:ln>
            <a:noFill/>
          </a:ln>
        </p:spPr>
      </p:pic>
      <p:sp>
        <p:nvSpPr>
          <p:cNvPr id="636" name="Google Shape;636;p45"/>
          <p:cNvSpPr/>
          <p:nvPr/>
        </p:nvSpPr>
        <p:spPr>
          <a:xfrm>
            <a:off x="4998998" y="2458443"/>
            <a:ext cx="1363800" cy="1022100"/>
          </a:xfrm>
          <a:prstGeom prst="ellipse">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7"/>
          <p:cNvSpPr txBox="1"/>
          <p:nvPr>
            <p:ph type="title"/>
          </p:nvPr>
        </p:nvSpPr>
        <p:spPr>
          <a:xfrm>
            <a:off x="-562873" y="973668"/>
            <a:ext cx="8761500" cy="707100"/>
          </a:xfrm>
          <a:prstGeom prst="rect">
            <a:avLst/>
          </a:prstGeom>
          <a:noFill/>
          <a:ln>
            <a:noFill/>
          </a:ln>
        </p:spPr>
        <p:txBody>
          <a:bodyPr anchorCtr="0" anchor="ctr" bIns="45700" lIns="91425" spcFirstLastPara="1" rIns="91425" wrap="square" tIns="45700">
            <a:noAutofit/>
          </a:bodyPr>
          <a:lstStyle/>
          <a:p>
            <a:pPr indent="0" lvl="0" marL="0" rtl="1" algn="ctr">
              <a:lnSpc>
                <a:spcPct val="100000"/>
              </a:lnSpc>
              <a:spcBef>
                <a:spcPts val="0"/>
              </a:spcBef>
              <a:spcAft>
                <a:spcPts val="0"/>
              </a:spcAft>
              <a:buClr>
                <a:schemeClr val="lt2"/>
              </a:buClr>
              <a:buSzPts val="3600"/>
              <a:buFont typeface="Century Gothic"/>
              <a:buNone/>
            </a:pPr>
            <a:r>
              <a:rPr b="1" lang="en-US"/>
              <a:t>YAPP Scoreboard Structure</a:t>
            </a:r>
            <a:endParaRPr/>
          </a:p>
        </p:txBody>
      </p:sp>
      <p:sp>
        <p:nvSpPr>
          <p:cNvPr id="642" name="Google Shape;642;p47"/>
          <p:cNvSpPr txBox="1"/>
          <p:nvPr>
            <p:ph idx="1" type="body"/>
          </p:nvPr>
        </p:nvSpPr>
        <p:spPr>
          <a:xfrm>
            <a:off x="824006" y="2402541"/>
            <a:ext cx="5182347" cy="4294098"/>
          </a:xfrm>
          <a:prstGeom prst="rect">
            <a:avLst/>
          </a:prstGeom>
          <a:noFill/>
          <a:ln>
            <a:noFill/>
          </a:ln>
        </p:spPr>
        <p:txBody>
          <a:bodyPr anchorCtr="0" anchor="t" bIns="45700" lIns="91425" spcFirstLastPara="1" rIns="91425" wrap="square" tIns="45700">
            <a:normAutofit/>
          </a:bodyPr>
          <a:lstStyle/>
          <a:p>
            <a:pPr indent="0" lvl="0" marL="0" rtl="0" algn="l">
              <a:lnSpc>
                <a:spcPct val="107000"/>
              </a:lnSpc>
              <a:spcBef>
                <a:spcPts val="0"/>
              </a:spcBef>
              <a:spcAft>
                <a:spcPts val="0"/>
              </a:spcAft>
              <a:buSzPts val="1440"/>
              <a:buNone/>
            </a:pPr>
            <a:r>
              <a:rPr b="1" lang="en-US"/>
              <a:t>The YAPP Scoreboard component contains a reference model and a scoreboard classes which has the following logic:</a:t>
            </a:r>
            <a:endParaRPr>
              <a:latin typeface="Calibri"/>
              <a:ea typeface="Calibri"/>
              <a:cs typeface="Calibri"/>
              <a:sym typeface="Calibri"/>
            </a:endParaRPr>
          </a:p>
          <a:p>
            <a:pPr indent="-342900" lvl="0" marL="342900" rtl="0" algn="l">
              <a:lnSpc>
                <a:spcPct val="107000"/>
              </a:lnSpc>
              <a:spcBef>
                <a:spcPts val="1800"/>
              </a:spcBef>
              <a:spcAft>
                <a:spcPts val="0"/>
              </a:spcAft>
              <a:buSzPts val="1440"/>
              <a:buChar char="►"/>
            </a:pPr>
            <a:r>
              <a:rPr lang="en-US">
                <a:latin typeface="Calibri"/>
                <a:ea typeface="Calibri"/>
                <a:cs typeface="Calibri"/>
                <a:sym typeface="Calibri"/>
              </a:rPr>
              <a:t>The reference model  accepts all of the packets that were sent to the DUT and send only the legal packets to the scoreboard.</a:t>
            </a:r>
            <a:endParaRPr/>
          </a:p>
          <a:p>
            <a:pPr indent="-342900" lvl="0" marL="342900" rtl="0" algn="l">
              <a:lnSpc>
                <a:spcPct val="107000"/>
              </a:lnSpc>
              <a:spcBef>
                <a:spcPts val="1800"/>
              </a:spcBef>
              <a:spcAft>
                <a:spcPts val="0"/>
              </a:spcAft>
              <a:buSzPts val="1440"/>
              <a:buChar char="►"/>
            </a:pPr>
            <a:r>
              <a:rPr lang="en-US">
                <a:latin typeface="Calibri"/>
                <a:ea typeface="Calibri"/>
                <a:cs typeface="Calibri"/>
                <a:sym typeface="Calibri"/>
              </a:rPr>
              <a:t>On the scoreboard we instantiate packet queues and e</a:t>
            </a:r>
            <a:r>
              <a:rPr lang="en-US" sz="1800">
                <a:latin typeface="Calibri"/>
                <a:ea typeface="Calibri"/>
                <a:cs typeface="Calibri"/>
                <a:sym typeface="Calibri"/>
              </a:rPr>
              <a:t>very packet that is received from the reference model being pushed to the correct queue and will be compared to </a:t>
            </a:r>
            <a:r>
              <a:rPr lang="en-US">
                <a:latin typeface="Calibri"/>
                <a:ea typeface="Calibri"/>
                <a:cs typeface="Calibri"/>
                <a:sym typeface="Calibri"/>
              </a:rPr>
              <a:t>the actual data from channels. </a:t>
            </a:r>
            <a:endParaRPr sz="1800">
              <a:latin typeface="Calibri"/>
              <a:ea typeface="Calibri"/>
              <a:cs typeface="Calibri"/>
              <a:sym typeface="Calibri"/>
            </a:endParaRPr>
          </a:p>
          <a:p>
            <a:pPr indent="-251459" lvl="0" marL="342900" rtl="0" algn="l">
              <a:lnSpc>
                <a:spcPct val="100000"/>
              </a:lnSpc>
              <a:spcBef>
                <a:spcPts val="1800"/>
              </a:spcBef>
              <a:spcAft>
                <a:spcPts val="0"/>
              </a:spcAft>
              <a:buSzPts val="1440"/>
              <a:buNone/>
            </a:pPr>
            <a:r>
              <a:t/>
            </a:r>
            <a:endParaRPr/>
          </a:p>
        </p:txBody>
      </p:sp>
      <p:sp>
        <p:nvSpPr>
          <p:cNvPr id="643" name="Google Shape;643;p47"/>
          <p:cNvSpPr txBox="1"/>
          <p:nvPr>
            <p:ph idx="11" type="ftr"/>
          </p:nvPr>
        </p:nvSpPr>
        <p:spPr>
          <a:xfrm>
            <a:off x="561110" y="6391838"/>
            <a:ext cx="3859800" cy="30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Scoreboard Building</a:t>
            </a:r>
            <a:endParaRPr/>
          </a:p>
        </p:txBody>
      </p:sp>
      <p:sp>
        <p:nvSpPr>
          <p:cNvPr id="644" name="Google Shape;644;p4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pic>
        <p:nvPicPr>
          <p:cNvPr id="645" name="Google Shape;645;p47"/>
          <p:cNvPicPr preferRelativeResize="0"/>
          <p:nvPr/>
        </p:nvPicPr>
        <p:blipFill rotWithShape="1">
          <a:blip r:embed="rId3">
            <a:alphaModFix/>
          </a:blip>
          <a:srcRect b="0" l="0" r="0" t="0"/>
          <a:stretch/>
        </p:blipFill>
        <p:spPr>
          <a:xfrm>
            <a:off x="6132749" y="2913529"/>
            <a:ext cx="5773192" cy="258650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48"/>
          <p:cNvSpPr txBox="1"/>
          <p:nvPr>
            <p:ph type="title"/>
          </p:nvPr>
        </p:nvSpPr>
        <p:spPr>
          <a:xfrm>
            <a:off x="-1015626" y="920393"/>
            <a:ext cx="8761500" cy="707100"/>
          </a:xfrm>
          <a:prstGeom prst="rect">
            <a:avLst/>
          </a:prstGeom>
          <a:noFill/>
          <a:ln>
            <a:noFill/>
          </a:ln>
        </p:spPr>
        <p:txBody>
          <a:bodyPr anchorCtr="0" anchor="ctr" bIns="45700" lIns="91425" spcFirstLastPara="1" rIns="91425" wrap="square" tIns="45700">
            <a:noAutofit/>
          </a:bodyPr>
          <a:lstStyle/>
          <a:p>
            <a:pPr indent="0" lvl="0" marL="0" rtl="1" algn="ctr">
              <a:lnSpc>
                <a:spcPct val="100000"/>
              </a:lnSpc>
              <a:spcBef>
                <a:spcPts val="0"/>
              </a:spcBef>
              <a:spcAft>
                <a:spcPts val="0"/>
              </a:spcAft>
              <a:buClr>
                <a:schemeClr val="lt2"/>
              </a:buClr>
              <a:buSzPts val="4000"/>
              <a:buFont typeface="Century Gothic"/>
              <a:buNone/>
            </a:pPr>
            <a:r>
              <a:rPr b="1" lang="en-US" sz="4000"/>
              <a:t>Reference Model </a:t>
            </a:r>
            <a:endParaRPr b="1" sz="4000"/>
          </a:p>
        </p:txBody>
      </p:sp>
      <p:sp>
        <p:nvSpPr>
          <p:cNvPr id="651" name="Google Shape;651;p48"/>
          <p:cNvSpPr txBox="1"/>
          <p:nvPr>
            <p:ph idx="1" type="body"/>
          </p:nvPr>
        </p:nvSpPr>
        <p:spPr>
          <a:xfrm>
            <a:off x="561110" y="1810870"/>
            <a:ext cx="5974161" cy="5121130"/>
          </a:xfrm>
          <a:prstGeom prst="rect">
            <a:avLst/>
          </a:prstGeom>
          <a:noFill/>
          <a:ln>
            <a:noFill/>
          </a:ln>
        </p:spPr>
        <p:txBody>
          <a:bodyPr anchorCtr="0" anchor="t" bIns="45700" lIns="91425" spcFirstLastPara="1" rIns="91425" wrap="square" tIns="45700">
            <a:normAutofit/>
          </a:bodyPr>
          <a:lstStyle/>
          <a:p>
            <a:pPr indent="-251459" lvl="0" marL="342900" rtl="0" algn="l">
              <a:lnSpc>
                <a:spcPct val="100000"/>
              </a:lnSpc>
              <a:spcBef>
                <a:spcPts val="0"/>
              </a:spcBef>
              <a:spcAft>
                <a:spcPts val="0"/>
              </a:spcAft>
              <a:buSzPts val="1440"/>
              <a:buNone/>
            </a:pPr>
            <a:r>
              <a:t/>
            </a:r>
            <a:endParaRPr/>
          </a:p>
          <a:p>
            <a:pPr indent="-241300" lvl="0" marL="342900" rtl="0" algn="l">
              <a:lnSpc>
                <a:spcPct val="107000"/>
              </a:lnSpc>
              <a:spcBef>
                <a:spcPts val="1000"/>
              </a:spcBef>
              <a:spcAft>
                <a:spcPts val="0"/>
              </a:spcAft>
              <a:buSzPts val="1600"/>
              <a:buNone/>
            </a:pPr>
            <a:r>
              <a:t/>
            </a:r>
            <a:endParaRPr sz="2000">
              <a:latin typeface="Calibri"/>
              <a:ea typeface="Calibri"/>
              <a:cs typeface="Calibri"/>
              <a:sym typeface="Calibri"/>
            </a:endParaRPr>
          </a:p>
          <a:p>
            <a:pPr indent="0" lvl="0" marL="0" rtl="0" algn="l">
              <a:lnSpc>
                <a:spcPct val="107000"/>
              </a:lnSpc>
              <a:spcBef>
                <a:spcPts val="1800"/>
              </a:spcBef>
              <a:spcAft>
                <a:spcPts val="0"/>
              </a:spcAft>
              <a:buSzPts val="1600"/>
              <a:buNone/>
            </a:pPr>
            <a:r>
              <a:rPr lang="en-US" sz="2000">
                <a:solidFill>
                  <a:schemeClr val="dk1"/>
                </a:solidFill>
                <a:latin typeface="Arial"/>
                <a:ea typeface="Arial"/>
                <a:cs typeface="Arial"/>
                <a:sym typeface="Arial"/>
              </a:rPr>
              <a:t>The reference model  accepts the packets that were sent to the DUT and send </a:t>
            </a:r>
            <a:r>
              <a:rPr i="1" lang="en-US" sz="2000">
                <a:solidFill>
                  <a:schemeClr val="dk1"/>
                </a:solidFill>
                <a:latin typeface="Arial"/>
                <a:ea typeface="Arial"/>
                <a:cs typeface="Arial"/>
                <a:sym typeface="Arial"/>
              </a:rPr>
              <a:t>only</a:t>
            </a:r>
            <a:r>
              <a:rPr lang="en-US" sz="2000">
                <a:solidFill>
                  <a:schemeClr val="dk1"/>
                </a:solidFill>
                <a:latin typeface="Arial"/>
                <a:ea typeface="Arial"/>
                <a:cs typeface="Arial"/>
                <a:sym typeface="Arial"/>
              </a:rPr>
              <a:t> the legal packets to the scoreboard. Valid packets are:</a:t>
            </a:r>
            <a:endParaRPr/>
          </a:p>
          <a:p>
            <a:pPr indent="-342900" lvl="0" marL="342900" rtl="0" algn="l">
              <a:lnSpc>
                <a:spcPct val="107000"/>
              </a:lnSpc>
              <a:spcBef>
                <a:spcPts val="1000"/>
              </a:spcBef>
              <a:spcAft>
                <a:spcPts val="0"/>
              </a:spcAft>
              <a:buSzPts val="1600"/>
              <a:buChar char="►"/>
            </a:pPr>
            <a:r>
              <a:rPr lang="en-US" sz="2000">
                <a:solidFill>
                  <a:schemeClr val="dk1"/>
                </a:solidFill>
                <a:latin typeface="Arial"/>
                <a:ea typeface="Arial"/>
                <a:cs typeface="Arial"/>
                <a:sym typeface="Arial"/>
              </a:rPr>
              <a:t>Packets with legal address(between 0 to 2) </a:t>
            </a:r>
            <a:endParaRPr/>
          </a:p>
          <a:p>
            <a:pPr indent="-342900" lvl="0" marL="342900" rtl="0" algn="l">
              <a:lnSpc>
                <a:spcPct val="107000"/>
              </a:lnSpc>
              <a:spcBef>
                <a:spcPts val="1000"/>
              </a:spcBef>
              <a:spcAft>
                <a:spcPts val="0"/>
              </a:spcAft>
              <a:buSzPts val="1600"/>
              <a:buChar char="►"/>
            </a:pPr>
            <a:r>
              <a:rPr lang="en-US" sz="2000">
                <a:solidFill>
                  <a:schemeClr val="dk1"/>
                </a:solidFill>
                <a:latin typeface="Arial"/>
                <a:ea typeface="Arial"/>
                <a:cs typeface="Arial"/>
                <a:sym typeface="Arial"/>
              </a:rPr>
              <a:t>Legal size according to the max_size register.</a:t>
            </a:r>
            <a:endParaRPr/>
          </a:p>
          <a:p>
            <a:pPr indent="-342900" lvl="0" marL="342900" rtl="0" algn="l">
              <a:lnSpc>
                <a:spcPct val="107000"/>
              </a:lnSpc>
              <a:spcBef>
                <a:spcPts val="1000"/>
              </a:spcBef>
              <a:spcAft>
                <a:spcPts val="0"/>
              </a:spcAft>
              <a:buSzPts val="1600"/>
              <a:buChar char="►"/>
            </a:pPr>
            <a:r>
              <a:rPr lang="en-US" sz="2000">
                <a:solidFill>
                  <a:schemeClr val="dk1"/>
                </a:solidFill>
                <a:latin typeface="Arial"/>
                <a:ea typeface="Arial"/>
                <a:cs typeface="Arial"/>
                <a:sym typeface="Arial"/>
              </a:rPr>
              <a:t>Router is enabled when packet is sent, according to the router_en register.</a:t>
            </a:r>
            <a:endParaRPr sz="2000">
              <a:solidFill>
                <a:schemeClr val="dk1"/>
              </a:solidFill>
              <a:latin typeface="Arial"/>
              <a:ea typeface="Arial"/>
              <a:cs typeface="Arial"/>
              <a:sym typeface="Arial"/>
            </a:endParaRPr>
          </a:p>
          <a:p>
            <a:pPr indent="0" lvl="0" marL="457200" rtl="0" algn="l">
              <a:lnSpc>
                <a:spcPct val="107000"/>
              </a:lnSpc>
              <a:spcBef>
                <a:spcPts val="1000"/>
              </a:spcBef>
              <a:spcAft>
                <a:spcPts val="0"/>
              </a:spcAft>
              <a:buNone/>
            </a:pPr>
            <a:r>
              <a:t/>
            </a:r>
            <a:endParaRPr sz="2000">
              <a:solidFill>
                <a:schemeClr val="dk1"/>
              </a:solidFill>
              <a:latin typeface="Arial"/>
              <a:ea typeface="Arial"/>
              <a:cs typeface="Arial"/>
              <a:sym typeface="Arial"/>
            </a:endParaRPr>
          </a:p>
        </p:txBody>
      </p:sp>
      <p:sp>
        <p:nvSpPr>
          <p:cNvPr id="652" name="Google Shape;652;p4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Scoreboard Building</a:t>
            </a:r>
            <a:endParaRPr/>
          </a:p>
        </p:txBody>
      </p:sp>
      <p:sp>
        <p:nvSpPr>
          <p:cNvPr id="653" name="Google Shape;653;p4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pic>
        <p:nvPicPr>
          <p:cNvPr id="654" name="Google Shape;654;p48"/>
          <p:cNvPicPr preferRelativeResize="0"/>
          <p:nvPr/>
        </p:nvPicPr>
        <p:blipFill rotWithShape="1">
          <a:blip r:embed="rId3">
            <a:alphaModFix/>
          </a:blip>
          <a:srcRect b="0" l="0" r="0" t="0"/>
          <a:stretch/>
        </p:blipFill>
        <p:spPr>
          <a:xfrm>
            <a:off x="5921761" y="3030217"/>
            <a:ext cx="6270239" cy="1588743"/>
          </a:xfrm>
          <a:prstGeom prst="rect">
            <a:avLst/>
          </a:prstGeom>
          <a:noFill/>
          <a:ln>
            <a:noFill/>
          </a:ln>
        </p:spPr>
      </p:pic>
      <p:sp>
        <p:nvSpPr>
          <p:cNvPr id="655" name="Google Shape;655;p48"/>
          <p:cNvSpPr/>
          <p:nvPr/>
        </p:nvSpPr>
        <p:spPr>
          <a:xfrm>
            <a:off x="7721741" y="3647433"/>
            <a:ext cx="924671" cy="591672"/>
          </a:xfrm>
          <a:prstGeom prst="ellipse">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52"/>
          <p:cNvSpPr txBox="1"/>
          <p:nvPr>
            <p:ph type="title"/>
          </p:nvPr>
        </p:nvSpPr>
        <p:spPr>
          <a:xfrm>
            <a:off x="675139" y="6832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2"/>
              </a:buClr>
              <a:buSzPts val="4000"/>
              <a:buFont typeface="Century Gothic"/>
              <a:buNone/>
            </a:pPr>
            <a:r>
              <a:rPr b="1" lang="en-US" sz="4000">
                <a:solidFill>
                  <a:schemeClr val="lt1"/>
                </a:solidFill>
              </a:rPr>
              <a:t>Reference Model</a:t>
            </a:r>
            <a:endParaRPr b="1" sz="4000">
              <a:solidFill>
                <a:schemeClr val="lt1"/>
              </a:solidFill>
            </a:endParaRPr>
          </a:p>
        </p:txBody>
      </p:sp>
      <p:sp>
        <p:nvSpPr>
          <p:cNvPr id="661" name="Google Shape;661;p52"/>
          <p:cNvSpPr txBox="1"/>
          <p:nvPr>
            <p:ph idx="1" type="body"/>
          </p:nvPr>
        </p:nvSpPr>
        <p:spPr>
          <a:xfrm>
            <a:off x="675151" y="2306138"/>
            <a:ext cx="5615400" cy="24729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SzPts val="1440"/>
              <a:buNone/>
            </a:pPr>
            <a:r>
              <a:rPr b="1" lang="en-US"/>
              <a:t>Reference: </a:t>
            </a:r>
            <a:endParaRPr/>
          </a:p>
          <a:p>
            <a:pPr indent="-342900" lvl="0" marL="342900" rtl="0" algn="l">
              <a:lnSpc>
                <a:spcPct val="100000"/>
              </a:lnSpc>
              <a:spcBef>
                <a:spcPts val="1000"/>
              </a:spcBef>
              <a:spcAft>
                <a:spcPts val="0"/>
              </a:spcAft>
              <a:buSzPts val="1600"/>
              <a:buChar char="►"/>
            </a:pPr>
            <a:r>
              <a:rPr lang="en-US" sz="2000">
                <a:solidFill>
                  <a:schemeClr val="dk1"/>
                </a:solidFill>
                <a:latin typeface="Century Gothic"/>
                <a:ea typeface="Century Gothic"/>
                <a:cs typeface="Century Gothic"/>
                <a:sym typeface="Century Gothic"/>
              </a:rPr>
              <a:t>Instantiates an uvm_analysis_port object, parameterized for data type</a:t>
            </a:r>
            <a:endParaRPr/>
          </a:p>
          <a:p>
            <a:pPr indent="-342900" lvl="0" marL="342900" rtl="0" algn="l">
              <a:lnSpc>
                <a:spcPct val="100000"/>
              </a:lnSpc>
              <a:spcBef>
                <a:spcPts val="1000"/>
              </a:spcBef>
              <a:spcAft>
                <a:spcPts val="0"/>
              </a:spcAft>
              <a:buSzPts val="1600"/>
              <a:buChar char="►"/>
            </a:pPr>
            <a:r>
              <a:rPr lang="en-US" sz="2000">
                <a:solidFill>
                  <a:schemeClr val="dk1"/>
                </a:solidFill>
                <a:latin typeface="Century Gothic"/>
                <a:ea typeface="Century Gothic"/>
                <a:cs typeface="Century Gothic"/>
                <a:sym typeface="Century Gothic"/>
              </a:rPr>
              <a:t>Initiates transfer by calling write method. port objects imp and port are connected together in higher hierarchical level (testbench) </a:t>
            </a:r>
            <a:endParaRPr/>
          </a:p>
        </p:txBody>
      </p:sp>
      <p:sp>
        <p:nvSpPr>
          <p:cNvPr id="662" name="Google Shape;662;p52"/>
          <p:cNvSpPr txBox="1"/>
          <p:nvPr>
            <p:ph idx="11" type="ftr"/>
          </p:nvPr>
        </p:nvSpPr>
        <p:spPr>
          <a:xfrm>
            <a:off x="584201" y="6391838"/>
            <a:ext cx="3859795" cy="3048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REF Model Building</a:t>
            </a:r>
            <a:endParaRPr/>
          </a:p>
        </p:txBody>
      </p:sp>
      <p:sp>
        <p:nvSpPr>
          <p:cNvPr id="663" name="Google Shape;663;p5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pic>
        <p:nvPicPr>
          <p:cNvPr id="664" name="Google Shape;664;p52"/>
          <p:cNvPicPr preferRelativeResize="0"/>
          <p:nvPr/>
        </p:nvPicPr>
        <p:blipFill rotWithShape="1">
          <a:blip r:embed="rId3">
            <a:alphaModFix/>
          </a:blip>
          <a:srcRect b="0" l="0" r="0" t="0"/>
          <a:stretch/>
        </p:blipFill>
        <p:spPr>
          <a:xfrm>
            <a:off x="6479989" y="4148822"/>
            <a:ext cx="5082986" cy="1553135"/>
          </a:xfrm>
          <a:prstGeom prst="rect">
            <a:avLst/>
          </a:prstGeom>
          <a:noFill/>
          <a:ln>
            <a:noFill/>
          </a:ln>
        </p:spPr>
      </p:pic>
      <p:pic>
        <p:nvPicPr>
          <p:cNvPr id="665" name="Google Shape;665;p52"/>
          <p:cNvPicPr preferRelativeResize="0"/>
          <p:nvPr/>
        </p:nvPicPr>
        <p:blipFill rotWithShape="1">
          <a:blip r:embed="rId4">
            <a:alphaModFix/>
          </a:blip>
          <a:srcRect b="0" l="0" r="0" t="876"/>
          <a:stretch/>
        </p:blipFill>
        <p:spPr>
          <a:xfrm>
            <a:off x="6685570" y="2306159"/>
            <a:ext cx="4139091" cy="1842672"/>
          </a:xfrm>
          <a:prstGeom prst="rect">
            <a:avLst/>
          </a:prstGeom>
          <a:noFill/>
          <a:ln>
            <a:noFill/>
          </a:ln>
        </p:spPr>
      </p:pic>
      <p:sp>
        <p:nvSpPr>
          <p:cNvPr id="666" name="Google Shape;666;p52"/>
          <p:cNvSpPr txBox="1"/>
          <p:nvPr/>
        </p:nvSpPr>
        <p:spPr>
          <a:xfrm>
            <a:off x="6998539" y="6887687"/>
            <a:ext cx="102197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a:t>
            </a:r>
            <a:endParaRPr b="0" i="0" sz="1800" u="none" cap="none" strike="noStrike">
              <a:solidFill>
                <a:schemeClr val="dk1"/>
              </a:solidFill>
              <a:latin typeface="Century Gothic"/>
              <a:ea typeface="Century Gothic"/>
              <a:cs typeface="Century Gothic"/>
              <a:sym typeface="Century Gothic"/>
            </a:endParaRPr>
          </a:p>
        </p:txBody>
      </p:sp>
      <p:sp>
        <p:nvSpPr>
          <p:cNvPr id="667" name="Google Shape;667;p52"/>
          <p:cNvSpPr txBox="1"/>
          <p:nvPr/>
        </p:nvSpPr>
        <p:spPr>
          <a:xfrm>
            <a:off x="6896625" y="5521750"/>
            <a:ext cx="708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a:t>
            </a:r>
            <a:endParaRPr b="0" i="0" sz="1800" u="none" cap="none" strike="noStrike">
              <a:solidFill>
                <a:schemeClr val="dk1"/>
              </a:solidFill>
              <a:latin typeface="Century Gothic"/>
              <a:ea typeface="Century Gothic"/>
              <a:cs typeface="Century Gothic"/>
              <a:sym typeface="Century Gothic"/>
            </a:endParaRPr>
          </a:p>
        </p:txBody>
      </p:sp>
      <p:pic>
        <p:nvPicPr>
          <p:cNvPr id="668" name="Google Shape;668;p52"/>
          <p:cNvPicPr preferRelativeResize="0"/>
          <p:nvPr/>
        </p:nvPicPr>
        <p:blipFill rotWithShape="1">
          <a:blip r:embed="rId5">
            <a:alphaModFix/>
          </a:blip>
          <a:srcRect b="0" l="0" r="0" t="0"/>
          <a:stretch/>
        </p:blipFill>
        <p:spPr>
          <a:xfrm>
            <a:off x="584204" y="4998132"/>
            <a:ext cx="4869630" cy="100457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3"/>
          <p:cNvSpPr txBox="1"/>
          <p:nvPr>
            <p:ph idx="11" type="ftr"/>
          </p:nvPr>
        </p:nvSpPr>
        <p:spPr>
          <a:xfrm>
            <a:off x="584201" y="6391838"/>
            <a:ext cx="3859795" cy="3048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Scoreboard Building</a:t>
            </a:r>
            <a:endParaRPr/>
          </a:p>
        </p:txBody>
      </p:sp>
      <p:sp>
        <p:nvSpPr>
          <p:cNvPr id="674" name="Google Shape;674;p5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
        <p:nvSpPr>
          <p:cNvPr id="675" name="Google Shape;675;p53"/>
          <p:cNvSpPr txBox="1"/>
          <p:nvPr/>
        </p:nvSpPr>
        <p:spPr>
          <a:xfrm>
            <a:off x="584201" y="2305260"/>
            <a:ext cx="5343600" cy="18573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Scoreboard</a:t>
            </a:r>
            <a:r>
              <a:rPr b="1"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000"/>
              </a:spcBef>
              <a:spcAft>
                <a:spcPts val="0"/>
              </a:spcAft>
              <a:buClr>
                <a:schemeClr val="accent1"/>
              </a:buClr>
              <a:buSzPts val="1600"/>
              <a:buFont typeface="Noto Sans Symbols"/>
              <a:buChar char="►"/>
            </a:pPr>
            <a:r>
              <a:rPr b="0" i="0" lang="en-US" sz="2000" u="none" cap="none" strike="noStrike">
                <a:solidFill>
                  <a:schemeClr val="dk1"/>
                </a:solidFill>
                <a:latin typeface="Century Gothic"/>
                <a:ea typeface="Century Gothic"/>
                <a:cs typeface="Century Gothic"/>
                <a:sym typeface="Century Gothic"/>
              </a:rPr>
              <a:t>Instantiates an uvm_analysis_imp objects, parameterized for data type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000"/>
              </a:spcBef>
              <a:spcAft>
                <a:spcPts val="0"/>
              </a:spcAft>
              <a:buClr>
                <a:schemeClr val="accent1"/>
              </a:buClr>
              <a:buSzPts val="1600"/>
              <a:buFont typeface="Noto Sans Symbols"/>
              <a:buChar char="►"/>
            </a:pPr>
            <a:r>
              <a:rPr b="0" i="0" lang="en-US" sz="2000" u="none" cap="none" strike="noStrike">
                <a:solidFill>
                  <a:schemeClr val="dk1"/>
                </a:solidFill>
                <a:latin typeface="Century Gothic"/>
                <a:ea typeface="Century Gothic"/>
                <a:cs typeface="Century Gothic"/>
                <a:sym typeface="Century Gothic"/>
              </a:rPr>
              <a:t>Defines implementations of the write functions to process the data</a:t>
            </a:r>
            <a:endParaRPr b="0" i="0" sz="2000" u="none" cap="none" strike="noStrike">
              <a:solidFill>
                <a:schemeClr val="dk1"/>
              </a:solidFill>
              <a:latin typeface="Century Gothic"/>
              <a:ea typeface="Century Gothic"/>
              <a:cs typeface="Century Gothic"/>
              <a:sym typeface="Century Gothic"/>
            </a:endParaRPr>
          </a:p>
        </p:txBody>
      </p:sp>
      <p:sp>
        <p:nvSpPr>
          <p:cNvPr id="676" name="Google Shape;676;p53"/>
          <p:cNvSpPr txBox="1"/>
          <p:nvPr/>
        </p:nvSpPr>
        <p:spPr>
          <a:xfrm>
            <a:off x="-2454261" y="683229"/>
            <a:ext cx="10515600" cy="1325700"/>
          </a:xfrm>
          <a:prstGeom prst="rect">
            <a:avLst/>
          </a:prstGeom>
          <a:noFill/>
          <a:ln>
            <a:noFill/>
          </a:ln>
        </p:spPr>
        <p:txBody>
          <a:bodyPr anchorCtr="0" anchor="ctr" bIns="45700" lIns="91425" spcFirstLastPara="1" rIns="91425" wrap="square" tIns="45700">
            <a:normAutofit/>
          </a:bodyPr>
          <a:lstStyle/>
          <a:p>
            <a:pPr indent="0" lvl="0" marL="0" marR="0" rtl="1" algn="ctr">
              <a:lnSpc>
                <a:spcPct val="100000"/>
              </a:lnSpc>
              <a:spcBef>
                <a:spcPts val="0"/>
              </a:spcBef>
              <a:spcAft>
                <a:spcPts val="0"/>
              </a:spcAft>
              <a:buClr>
                <a:schemeClr val="lt2"/>
              </a:buClr>
              <a:buSzPts val="4000"/>
              <a:buFont typeface="Century Gothic"/>
              <a:buNone/>
            </a:pPr>
            <a:r>
              <a:rPr b="1" i="0" lang="en-US" sz="4000" u="none" cap="none" strike="noStrike">
                <a:solidFill>
                  <a:schemeClr val="lt2"/>
                </a:solidFill>
                <a:latin typeface="Century Gothic"/>
                <a:ea typeface="Century Gothic"/>
                <a:cs typeface="Century Gothic"/>
                <a:sym typeface="Century Gothic"/>
              </a:rPr>
              <a:t>Scoreboard</a:t>
            </a:r>
            <a:endParaRPr b="0" i="0" sz="4000" u="none" cap="none" strike="noStrike">
              <a:solidFill>
                <a:schemeClr val="lt2"/>
              </a:solidFill>
              <a:latin typeface="Century Gothic"/>
              <a:ea typeface="Century Gothic"/>
              <a:cs typeface="Century Gothic"/>
              <a:sym typeface="Century Gothic"/>
            </a:endParaRPr>
          </a:p>
        </p:txBody>
      </p:sp>
      <p:pic>
        <p:nvPicPr>
          <p:cNvPr id="677" name="Google Shape;677;p53"/>
          <p:cNvPicPr preferRelativeResize="0"/>
          <p:nvPr/>
        </p:nvPicPr>
        <p:blipFill rotWithShape="1">
          <a:blip r:embed="rId3">
            <a:alphaModFix/>
          </a:blip>
          <a:srcRect b="0" l="0" r="0" t="38374"/>
          <a:stretch/>
        </p:blipFill>
        <p:spPr>
          <a:xfrm>
            <a:off x="6482439" y="2608290"/>
            <a:ext cx="5343525" cy="2576215"/>
          </a:xfrm>
          <a:prstGeom prst="rect">
            <a:avLst/>
          </a:prstGeom>
          <a:noFill/>
          <a:ln>
            <a:noFill/>
          </a:ln>
        </p:spPr>
      </p:pic>
      <p:pic>
        <p:nvPicPr>
          <p:cNvPr id="678" name="Google Shape;678;p53"/>
          <p:cNvPicPr preferRelativeResize="0"/>
          <p:nvPr/>
        </p:nvPicPr>
        <p:blipFill rotWithShape="1">
          <a:blip r:embed="rId3">
            <a:alphaModFix/>
          </a:blip>
          <a:srcRect b="81031" l="0" r="0" t="0"/>
          <a:stretch/>
        </p:blipFill>
        <p:spPr>
          <a:xfrm>
            <a:off x="6651801" y="1727514"/>
            <a:ext cx="5343525" cy="792976"/>
          </a:xfrm>
          <a:prstGeom prst="rect">
            <a:avLst/>
          </a:prstGeom>
          <a:noFill/>
          <a:ln>
            <a:noFill/>
          </a:ln>
        </p:spPr>
      </p:pic>
      <p:pic>
        <p:nvPicPr>
          <p:cNvPr id="679" name="Google Shape;679;p53"/>
          <p:cNvPicPr preferRelativeResize="0"/>
          <p:nvPr/>
        </p:nvPicPr>
        <p:blipFill rotWithShape="1">
          <a:blip r:embed="rId4">
            <a:alphaModFix/>
          </a:blip>
          <a:srcRect b="0" l="0" r="0" t="0"/>
          <a:stretch/>
        </p:blipFill>
        <p:spPr>
          <a:xfrm>
            <a:off x="6651811" y="5195086"/>
            <a:ext cx="3324411" cy="1563966"/>
          </a:xfrm>
          <a:prstGeom prst="rect">
            <a:avLst/>
          </a:prstGeom>
          <a:noFill/>
          <a:ln>
            <a:noFill/>
          </a:ln>
        </p:spPr>
      </p:pic>
      <p:pic>
        <p:nvPicPr>
          <p:cNvPr id="680" name="Google Shape;680;p53"/>
          <p:cNvPicPr preferRelativeResize="0"/>
          <p:nvPr/>
        </p:nvPicPr>
        <p:blipFill>
          <a:blip r:embed="rId5">
            <a:alphaModFix/>
          </a:blip>
          <a:stretch>
            <a:fillRect/>
          </a:stretch>
        </p:blipFill>
        <p:spPr>
          <a:xfrm>
            <a:off x="2366300" y="4314960"/>
            <a:ext cx="3262901" cy="192447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4"/>
          <p:cNvSpPr txBox="1"/>
          <p:nvPr>
            <p:ph type="title"/>
          </p:nvPr>
        </p:nvSpPr>
        <p:spPr>
          <a:xfrm>
            <a:off x="-496303" y="960343"/>
            <a:ext cx="8761500" cy="707100"/>
          </a:xfrm>
          <a:prstGeom prst="rect">
            <a:avLst/>
          </a:prstGeom>
          <a:noFill/>
          <a:ln>
            <a:noFill/>
          </a:ln>
        </p:spPr>
        <p:txBody>
          <a:bodyPr anchorCtr="0" anchor="ctr" bIns="45700" lIns="91425" spcFirstLastPara="1" rIns="91425" wrap="square" tIns="45700">
            <a:noAutofit/>
          </a:bodyPr>
          <a:lstStyle/>
          <a:p>
            <a:pPr indent="0" lvl="0" marL="0" rtl="1" algn="ctr">
              <a:lnSpc>
                <a:spcPct val="100000"/>
              </a:lnSpc>
              <a:spcBef>
                <a:spcPts val="0"/>
              </a:spcBef>
              <a:spcAft>
                <a:spcPts val="0"/>
              </a:spcAft>
              <a:buClr>
                <a:schemeClr val="lt2"/>
              </a:buClr>
              <a:buSzPts val="4000"/>
              <a:buFont typeface="Century Gothic"/>
              <a:buNone/>
            </a:pPr>
            <a:r>
              <a:rPr b="1" lang="en-US" sz="4000"/>
              <a:t>Scoreboard Comparison</a:t>
            </a:r>
            <a:endParaRPr b="1" sz="4000"/>
          </a:p>
        </p:txBody>
      </p:sp>
      <p:sp>
        <p:nvSpPr>
          <p:cNvPr id="686" name="Google Shape;686;p54"/>
          <p:cNvSpPr txBox="1"/>
          <p:nvPr>
            <p:ph idx="1" type="body"/>
          </p:nvPr>
        </p:nvSpPr>
        <p:spPr>
          <a:xfrm>
            <a:off x="561110" y="2371202"/>
            <a:ext cx="10932551" cy="34163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440"/>
              <a:buChar char="►"/>
            </a:pPr>
            <a:r>
              <a:rPr lang="en-US">
                <a:solidFill>
                  <a:schemeClr val="dk1"/>
                </a:solidFill>
                <a:latin typeface="Century Gothic"/>
                <a:ea typeface="Century Gothic"/>
                <a:cs typeface="Century Gothic"/>
                <a:sym typeface="Century Gothic"/>
              </a:rPr>
              <a:t>The scoreboard must compare the output packets of the router, as received from the Channel UVC, against the appropriate input packets as received from the YAPP UVC (and stored in the router queues). The best place is to do this in the Channel write methods. </a:t>
            </a:r>
            <a:endParaRPr/>
          </a:p>
          <a:p>
            <a:pPr indent="-342900" lvl="0" marL="342900" rtl="0" algn="l">
              <a:lnSpc>
                <a:spcPct val="100000"/>
              </a:lnSpc>
              <a:spcBef>
                <a:spcPts val="1000"/>
              </a:spcBef>
              <a:spcAft>
                <a:spcPts val="0"/>
              </a:spcAft>
              <a:buSzPts val="1440"/>
              <a:buChar char="►"/>
            </a:pPr>
            <a:r>
              <a:rPr lang="en-US">
                <a:solidFill>
                  <a:schemeClr val="dk1"/>
                </a:solidFill>
                <a:latin typeface="Century Gothic"/>
                <a:ea typeface="Century Gothic"/>
                <a:cs typeface="Century Gothic"/>
                <a:sym typeface="Century Gothic"/>
              </a:rPr>
              <a:t>Therefore we had to declare our own user-defined comparison, to take two input packets of type yapp_packet and channel packet; compare their corresponding fields (omitting control fields like packet_delay) and then return 1 if all appropriate fields match</a:t>
            </a:r>
            <a:endParaRPr>
              <a:solidFill>
                <a:schemeClr val="dk1"/>
              </a:solidFill>
              <a:latin typeface="Century Gothic"/>
              <a:ea typeface="Century Gothic"/>
              <a:cs typeface="Century Gothic"/>
              <a:sym typeface="Century Gothic"/>
            </a:endParaRPr>
          </a:p>
        </p:txBody>
      </p:sp>
      <p:sp>
        <p:nvSpPr>
          <p:cNvPr id="687" name="Google Shape;687;p5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pic>
        <p:nvPicPr>
          <p:cNvPr id="688" name="Google Shape;688;p54"/>
          <p:cNvPicPr preferRelativeResize="0"/>
          <p:nvPr/>
        </p:nvPicPr>
        <p:blipFill rotWithShape="1">
          <a:blip r:embed="rId3">
            <a:alphaModFix/>
          </a:blip>
          <a:srcRect b="0" l="0" r="0" t="0"/>
          <a:stretch/>
        </p:blipFill>
        <p:spPr>
          <a:xfrm>
            <a:off x="2673753" y="4530141"/>
            <a:ext cx="7039052" cy="1705971"/>
          </a:xfrm>
          <a:prstGeom prst="rect">
            <a:avLst/>
          </a:prstGeom>
          <a:noFill/>
          <a:ln>
            <a:noFill/>
          </a:ln>
        </p:spPr>
      </p:pic>
      <p:sp>
        <p:nvSpPr>
          <p:cNvPr id="689" name="Google Shape;689;p54"/>
          <p:cNvSpPr/>
          <p:nvPr/>
        </p:nvSpPr>
        <p:spPr>
          <a:xfrm>
            <a:off x="7008128" y="5329337"/>
            <a:ext cx="2294965" cy="458166"/>
          </a:xfrm>
          <a:prstGeom prst="rect">
            <a:avLst/>
          </a:prstGeom>
          <a:solidFill>
            <a:schemeClr val="l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90" name="Google Shape;690;p54"/>
          <p:cNvSpPr/>
          <p:nvPr/>
        </p:nvSpPr>
        <p:spPr>
          <a:xfrm>
            <a:off x="7949423" y="4832309"/>
            <a:ext cx="2294965" cy="1257361"/>
          </a:xfrm>
          <a:prstGeom prst="rect">
            <a:avLst/>
          </a:prstGeom>
          <a:solidFill>
            <a:schemeClr val="l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91" name="Google Shape;691;p54"/>
          <p:cNvSpPr/>
          <p:nvPr/>
        </p:nvSpPr>
        <p:spPr>
          <a:xfrm>
            <a:off x="6331293" y="4765535"/>
            <a:ext cx="2295000" cy="261600"/>
          </a:xfrm>
          <a:prstGeom prst="rect">
            <a:avLst/>
          </a:prstGeom>
          <a:solidFill>
            <a:schemeClr val="l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92" name="Google Shape;692;p54"/>
          <p:cNvSpPr txBox="1"/>
          <p:nvPr/>
        </p:nvSpPr>
        <p:spPr>
          <a:xfrm>
            <a:off x="2734679" y="6169913"/>
            <a:ext cx="152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a:t>
            </a: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a26c71495b_5_30"/>
          <p:cNvSpPr txBox="1"/>
          <p:nvPr>
            <p:ph type="ctrTitle"/>
          </p:nvPr>
        </p:nvSpPr>
        <p:spPr>
          <a:xfrm>
            <a:off x="773955" y="3318933"/>
            <a:ext cx="8825700" cy="2677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b="1" lang="en-US"/>
              <a:t>Register Abstract Layer</a:t>
            </a:r>
            <a:endParaRPr b="1"/>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g3a26c71495b_0_18"/>
          <p:cNvSpPr txBox="1"/>
          <p:nvPr>
            <p:ph type="title"/>
          </p:nvPr>
        </p:nvSpPr>
        <p:spPr>
          <a:xfrm>
            <a:off x="983230" y="973675"/>
            <a:ext cx="2082600" cy="707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sz="4500"/>
              <a:t>RAL </a:t>
            </a:r>
            <a:endParaRPr b="1" sz="4500"/>
          </a:p>
        </p:txBody>
      </p:sp>
      <p:sp>
        <p:nvSpPr>
          <p:cNvPr id="705" name="Google Shape;705;g3a26c71495b_0_18"/>
          <p:cNvSpPr txBox="1"/>
          <p:nvPr>
            <p:ph idx="1" type="body"/>
          </p:nvPr>
        </p:nvSpPr>
        <p:spPr>
          <a:xfrm>
            <a:off x="6190400" y="3741425"/>
            <a:ext cx="2873700" cy="2088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706" name="Google Shape;706;g3a26c71495b_0_18"/>
          <p:cNvPicPr preferRelativeResize="0"/>
          <p:nvPr/>
        </p:nvPicPr>
        <p:blipFill>
          <a:blip r:embed="rId3">
            <a:alphaModFix/>
          </a:blip>
          <a:stretch>
            <a:fillRect/>
          </a:stretch>
        </p:blipFill>
        <p:spPr>
          <a:xfrm>
            <a:off x="4978800" y="3082400"/>
            <a:ext cx="7191375" cy="3686175"/>
          </a:xfrm>
          <a:prstGeom prst="rect">
            <a:avLst/>
          </a:prstGeom>
          <a:noFill/>
          <a:ln>
            <a:noFill/>
          </a:ln>
        </p:spPr>
      </p:pic>
      <p:pic>
        <p:nvPicPr>
          <p:cNvPr id="707" name="Google Shape;707;g3a26c71495b_0_18"/>
          <p:cNvPicPr preferRelativeResize="0"/>
          <p:nvPr/>
        </p:nvPicPr>
        <p:blipFill>
          <a:blip r:embed="rId4">
            <a:alphaModFix/>
          </a:blip>
          <a:stretch>
            <a:fillRect/>
          </a:stretch>
        </p:blipFill>
        <p:spPr>
          <a:xfrm>
            <a:off x="5058675" y="2936212"/>
            <a:ext cx="3581400" cy="384713"/>
          </a:xfrm>
          <a:prstGeom prst="rect">
            <a:avLst/>
          </a:prstGeom>
          <a:noFill/>
          <a:ln>
            <a:noFill/>
          </a:ln>
        </p:spPr>
      </p:pic>
      <p:sp>
        <p:nvSpPr>
          <p:cNvPr id="708" name="Google Shape;708;g3a26c71495b_0_18"/>
          <p:cNvSpPr txBox="1"/>
          <p:nvPr/>
        </p:nvSpPr>
        <p:spPr>
          <a:xfrm>
            <a:off x="0" y="2353625"/>
            <a:ext cx="6176400" cy="347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latin typeface="Century Gothic"/>
                <a:ea typeface="Century Gothic"/>
                <a:cs typeface="Century Gothic"/>
                <a:sym typeface="Century Gothic"/>
              </a:rPr>
              <a:t>RAL – Register Abstraction Layer</a:t>
            </a:r>
            <a:endParaRPr b="1" sz="13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Century Gothic"/>
                <a:ea typeface="Century Gothic"/>
                <a:cs typeface="Century Gothic"/>
                <a:sym typeface="Century Gothic"/>
              </a:rPr>
              <a:t>The RAL model represents the DUT’s registers and memories, allowing read/write access through the HBUS UVC.</a:t>
            </a:r>
            <a:br>
              <a:rPr lang="en-US" sz="1100">
                <a:solidFill>
                  <a:schemeClr val="dk1"/>
                </a:solidFill>
                <a:latin typeface="Century Gothic"/>
                <a:ea typeface="Century Gothic"/>
                <a:cs typeface="Century Gothic"/>
                <a:sym typeface="Century Gothic"/>
              </a:rPr>
            </a:br>
            <a:r>
              <a:rPr lang="en-US" sz="1100">
                <a:solidFill>
                  <a:schemeClr val="dk1"/>
                </a:solidFill>
                <a:latin typeface="Century Gothic"/>
                <a:ea typeface="Century Gothic"/>
                <a:cs typeface="Century Gothic"/>
                <a:sym typeface="Century Gothic"/>
              </a:rPr>
              <a:t> It provides both </a:t>
            </a:r>
            <a:r>
              <a:rPr b="1" lang="en-US" sz="1100">
                <a:solidFill>
                  <a:schemeClr val="dk1"/>
                </a:solidFill>
                <a:latin typeface="Century Gothic"/>
                <a:ea typeface="Century Gothic"/>
                <a:cs typeface="Century Gothic"/>
                <a:sym typeface="Century Gothic"/>
              </a:rPr>
              <a:t>frontdoor</a:t>
            </a:r>
            <a:r>
              <a:rPr lang="en-US" sz="1100">
                <a:solidFill>
                  <a:schemeClr val="dk1"/>
                </a:solidFill>
                <a:latin typeface="Century Gothic"/>
                <a:ea typeface="Century Gothic"/>
                <a:cs typeface="Century Gothic"/>
                <a:sym typeface="Century Gothic"/>
              </a:rPr>
              <a:t> access (via UVC transactions) and </a:t>
            </a:r>
            <a:r>
              <a:rPr b="1" lang="en-US" sz="1100">
                <a:solidFill>
                  <a:schemeClr val="dk1"/>
                </a:solidFill>
                <a:latin typeface="Century Gothic"/>
                <a:ea typeface="Century Gothic"/>
                <a:cs typeface="Century Gothic"/>
                <a:sym typeface="Century Gothic"/>
              </a:rPr>
              <a:t>backdoor</a:t>
            </a:r>
            <a:r>
              <a:rPr lang="en-US" sz="1100">
                <a:solidFill>
                  <a:schemeClr val="dk1"/>
                </a:solidFill>
                <a:latin typeface="Century Gothic"/>
                <a:ea typeface="Century Gothic"/>
                <a:cs typeface="Century Gothic"/>
                <a:sym typeface="Century Gothic"/>
              </a:rPr>
              <a:t> access (via hierarchical paths).</a:t>
            </a:r>
            <a:endParaRPr sz="11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Century Gothic"/>
                <a:ea typeface="Century Gothic"/>
                <a:cs typeface="Century Gothic"/>
                <a:sym typeface="Century Gothic"/>
              </a:rPr>
              <a:t>We used the RAL for:</a:t>
            </a:r>
            <a:endParaRPr sz="1100">
              <a:solidFill>
                <a:schemeClr val="dk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latin typeface="Century Gothic"/>
                <a:ea typeface="Century Gothic"/>
                <a:cs typeface="Century Gothic"/>
                <a:sym typeface="Century Gothic"/>
              </a:rPr>
              <a:t>Verifying register functionality through sequences like </a:t>
            </a:r>
            <a:r>
              <a:rPr lang="en-US" sz="1100">
                <a:solidFill>
                  <a:schemeClr val="accent1"/>
                </a:solidFill>
                <a:latin typeface="Century Gothic"/>
                <a:ea typeface="Century Gothic"/>
                <a:cs typeface="Century Gothic"/>
                <a:sym typeface="Century Gothic"/>
              </a:rPr>
              <a:t>uvm_reset_test</a:t>
            </a:r>
            <a:r>
              <a:rPr lang="en-US" sz="1100">
                <a:solidFill>
                  <a:schemeClr val="dk1"/>
                </a:solidFill>
                <a:latin typeface="Century Gothic"/>
                <a:ea typeface="Century Gothic"/>
                <a:cs typeface="Century Gothic"/>
                <a:sym typeface="Century Gothic"/>
              </a:rPr>
              <a:t>, </a:t>
            </a:r>
            <a:r>
              <a:rPr lang="en-US" sz="1100">
                <a:solidFill>
                  <a:schemeClr val="accent1"/>
                </a:solidFill>
                <a:latin typeface="Century Gothic"/>
                <a:ea typeface="Century Gothic"/>
                <a:cs typeface="Century Gothic"/>
                <a:sym typeface="Century Gothic"/>
              </a:rPr>
              <a:t>uvm_mem_walk_test</a:t>
            </a:r>
            <a:r>
              <a:rPr lang="en-US" sz="1100">
                <a:solidFill>
                  <a:schemeClr val="dk1"/>
                </a:solidFill>
                <a:latin typeface="Century Gothic"/>
                <a:ea typeface="Century Gothic"/>
                <a:cs typeface="Century Gothic"/>
                <a:sym typeface="Century Gothic"/>
              </a:rPr>
              <a:t>, and </a:t>
            </a:r>
            <a:r>
              <a:rPr lang="en-US" sz="1100">
                <a:solidFill>
                  <a:schemeClr val="accent1"/>
                </a:solidFill>
                <a:latin typeface="Century Gothic"/>
                <a:ea typeface="Century Gothic"/>
                <a:cs typeface="Century Gothic"/>
                <a:sym typeface="Century Gothic"/>
              </a:rPr>
              <a:t>reg_access_test</a:t>
            </a:r>
            <a:r>
              <a:rPr lang="en-US" sz="1100">
                <a:solidFill>
                  <a:schemeClr val="dk1"/>
                </a:solidFill>
                <a:latin typeface="Century Gothic"/>
                <a:ea typeface="Century Gothic"/>
                <a:cs typeface="Century Gothic"/>
                <a:sym typeface="Century Gothic"/>
              </a:rPr>
              <a:t>.</a:t>
            </a:r>
            <a:br>
              <a:rPr lang="en-US" sz="1100">
                <a:solidFill>
                  <a:schemeClr val="dk1"/>
                </a:solidFill>
                <a:latin typeface="Century Gothic"/>
                <a:ea typeface="Century Gothic"/>
                <a:cs typeface="Century Gothic"/>
                <a:sym typeface="Century Gothic"/>
              </a:rPr>
            </a:br>
            <a:endParaRPr sz="1100">
              <a:solidFill>
                <a:schemeClr val="dk1"/>
              </a:solidFill>
              <a:latin typeface="Century Gothic"/>
              <a:ea typeface="Century Gothic"/>
              <a:cs typeface="Century Gothic"/>
              <a:sym typeface="Century Gothic"/>
            </a:endParaRPr>
          </a:p>
          <a:p>
            <a:pPr indent="-298450" lvl="0" marL="457200" rtl="0" algn="l">
              <a:lnSpc>
                <a:spcPct val="115000"/>
              </a:lnSpc>
              <a:spcBef>
                <a:spcPts val="0"/>
              </a:spcBef>
              <a:spcAft>
                <a:spcPts val="0"/>
              </a:spcAft>
              <a:buClr>
                <a:schemeClr val="dk1"/>
              </a:buClr>
              <a:buSzPts val="1100"/>
              <a:buFont typeface="Century Gothic"/>
              <a:buChar char="●"/>
            </a:pPr>
            <a:r>
              <a:rPr lang="en-US" sz="1100">
                <a:solidFill>
                  <a:schemeClr val="dk1"/>
                </a:solidFill>
                <a:latin typeface="Century Gothic"/>
                <a:ea typeface="Century Gothic"/>
                <a:cs typeface="Century Gothic"/>
                <a:sym typeface="Century Gothic"/>
              </a:rPr>
              <a:t>Checking that register values match expected states after transactions.</a:t>
            </a:r>
            <a:br>
              <a:rPr lang="en-US" sz="1100">
                <a:solidFill>
                  <a:schemeClr val="dk1"/>
                </a:solidFill>
                <a:latin typeface="Century Gothic"/>
                <a:ea typeface="Century Gothic"/>
                <a:cs typeface="Century Gothic"/>
                <a:sym typeface="Century Gothic"/>
              </a:rPr>
            </a:br>
            <a:endParaRPr sz="1100">
              <a:solidFill>
                <a:schemeClr val="dk1"/>
              </a:solidFill>
              <a:latin typeface="Century Gothic"/>
              <a:ea typeface="Century Gothic"/>
              <a:cs typeface="Century Gothic"/>
              <a:sym typeface="Century Gothic"/>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Century Gothic"/>
                <a:ea typeface="Century Gothic"/>
                <a:cs typeface="Century Gothic"/>
                <a:sym typeface="Century Gothic"/>
              </a:rPr>
              <a:t>Simplifying register operations using built-in UVM sequences (e.g., </a:t>
            </a:r>
            <a:r>
              <a:rPr lang="en-US" sz="1100">
                <a:solidFill>
                  <a:schemeClr val="accent1"/>
                </a:solidFill>
                <a:latin typeface="Century Gothic"/>
                <a:ea typeface="Century Gothic"/>
                <a:cs typeface="Century Gothic"/>
                <a:sym typeface="Century Gothic"/>
              </a:rPr>
              <a:t>uvm_reg_hw_reset_seq</a:t>
            </a:r>
            <a:r>
              <a:rPr lang="en-US" sz="1100">
                <a:solidFill>
                  <a:schemeClr val="dk1"/>
                </a:solidFill>
                <a:latin typeface="Century Gothic"/>
                <a:ea typeface="Century Gothic"/>
                <a:cs typeface="Century Gothic"/>
                <a:sym typeface="Century Gothic"/>
              </a:rPr>
              <a:t>).</a:t>
            </a:r>
            <a:br>
              <a:rPr lang="en-US" sz="1100">
                <a:solidFill>
                  <a:schemeClr val="dk1"/>
                </a:solidFill>
                <a:latin typeface="Century Gothic"/>
                <a:ea typeface="Century Gothic"/>
                <a:cs typeface="Century Gothic"/>
                <a:sym typeface="Century Gothic"/>
              </a:rPr>
            </a:br>
            <a:endParaRPr sz="11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pic>
        <p:nvPicPr>
          <p:cNvPr id="714" name="Google Shape;714;g3a26c71495b_5_42"/>
          <p:cNvPicPr preferRelativeResize="0"/>
          <p:nvPr/>
        </p:nvPicPr>
        <p:blipFill>
          <a:blip r:embed="rId3">
            <a:alphaModFix/>
          </a:blip>
          <a:stretch>
            <a:fillRect/>
          </a:stretch>
        </p:blipFill>
        <p:spPr>
          <a:xfrm>
            <a:off x="1944825" y="2327107"/>
            <a:ext cx="8302326" cy="4352800"/>
          </a:xfrm>
          <a:prstGeom prst="rect">
            <a:avLst/>
          </a:prstGeom>
          <a:noFill/>
          <a:ln>
            <a:noFill/>
          </a:ln>
        </p:spPr>
      </p:pic>
      <p:sp>
        <p:nvSpPr>
          <p:cNvPr id="715" name="Google Shape;715;g3a26c71495b_5_42"/>
          <p:cNvSpPr txBox="1"/>
          <p:nvPr/>
        </p:nvSpPr>
        <p:spPr>
          <a:xfrm>
            <a:off x="1336700" y="968650"/>
            <a:ext cx="8638500" cy="6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solidFill>
                  <a:schemeClr val="lt1"/>
                </a:solidFill>
                <a:latin typeface="Century Gothic"/>
                <a:ea typeface="Century Gothic"/>
                <a:cs typeface="Century Gothic"/>
                <a:sym typeface="Century Gothic"/>
              </a:rPr>
              <a:t>Registers Table</a:t>
            </a:r>
            <a:endParaRPr b="1" sz="4000">
              <a:solidFill>
                <a:schemeClr val="lt1"/>
              </a:solidFill>
              <a:latin typeface="Century Gothic"/>
              <a:ea typeface="Century Gothic"/>
              <a:cs typeface="Century Gothic"/>
              <a:sym typeface="Century Gothic"/>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pic>
        <p:nvPicPr>
          <p:cNvPr id="721" name="Google Shape;721;g3a26c71495b_5_49"/>
          <p:cNvPicPr preferRelativeResize="0"/>
          <p:nvPr/>
        </p:nvPicPr>
        <p:blipFill>
          <a:blip r:embed="rId3">
            <a:alphaModFix/>
          </a:blip>
          <a:stretch>
            <a:fillRect/>
          </a:stretch>
        </p:blipFill>
        <p:spPr>
          <a:xfrm>
            <a:off x="2728150" y="2113725"/>
            <a:ext cx="7575875" cy="4174025"/>
          </a:xfrm>
          <a:prstGeom prst="rect">
            <a:avLst/>
          </a:prstGeom>
          <a:noFill/>
          <a:ln>
            <a:noFill/>
          </a:ln>
        </p:spPr>
      </p:pic>
      <p:sp>
        <p:nvSpPr>
          <p:cNvPr id="722" name="Google Shape;722;g3a26c71495b_5_49"/>
          <p:cNvSpPr txBox="1"/>
          <p:nvPr/>
        </p:nvSpPr>
        <p:spPr>
          <a:xfrm>
            <a:off x="1068150" y="755200"/>
            <a:ext cx="10035300" cy="11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600">
                <a:solidFill>
                  <a:schemeClr val="lt1"/>
                </a:solidFill>
                <a:latin typeface="Century Gothic"/>
                <a:ea typeface="Century Gothic"/>
                <a:cs typeface="Century Gothic"/>
                <a:sym typeface="Century Gothic"/>
              </a:rPr>
              <a:t>RAL Implementation</a:t>
            </a:r>
            <a:endParaRPr b="1" sz="4600">
              <a:solidFill>
                <a:schemeClr val="lt1"/>
              </a:solidFill>
              <a:latin typeface="Century Gothic"/>
              <a:ea typeface="Century Gothic"/>
              <a:cs typeface="Century Gothic"/>
              <a:sym typeface="Century Gothic"/>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g3a26c71495b_5_56"/>
          <p:cNvPicPr preferRelativeResize="0"/>
          <p:nvPr/>
        </p:nvPicPr>
        <p:blipFill>
          <a:blip r:embed="rId3">
            <a:alphaModFix/>
          </a:blip>
          <a:stretch>
            <a:fillRect/>
          </a:stretch>
        </p:blipFill>
        <p:spPr>
          <a:xfrm>
            <a:off x="4763875" y="222725"/>
            <a:ext cx="6494300" cy="3762575"/>
          </a:xfrm>
          <a:prstGeom prst="rect">
            <a:avLst/>
          </a:prstGeom>
          <a:noFill/>
          <a:ln>
            <a:noFill/>
          </a:ln>
        </p:spPr>
      </p:pic>
      <p:pic>
        <p:nvPicPr>
          <p:cNvPr id="729" name="Google Shape;729;g3a26c71495b_5_56"/>
          <p:cNvPicPr preferRelativeResize="0"/>
          <p:nvPr/>
        </p:nvPicPr>
        <p:blipFill>
          <a:blip r:embed="rId4">
            <a:alphaModFix/>
          </a:blip>
          <a:stretch>
            <a:fillRect/>
          </a:stretch>
        </p:blipFill>
        <p:spPr>
          <a:xfrm>
            <a:off x="1897325" y="4055350"/>
            <a:ext cx="8966951" cy="2431626"/>
          </a:xfrm>
          <a:prstGeom prst="rect">
            <a:avLst/>
          </a:prstGeom>
          <a:noFill/>
          <a:ln>
            <a:noFill/>
          </a:ln>
        </p:spPr>
      </p:pic>
      <p:sp>
        <p:nvSpPr>
          <p:cNvPr id="730" name="Google Shape;730;g3a26c71495b_5_56"/>
          <p:cNvSpPr txBox="1"/>
          <p:nvPr/>
        </p:nvSpPr>
        <p:spPr>
          <a:xfrm>
            <a:off x="668050" y="694500"/>
            <a:ext cx="4326300" cy="243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solidFill>
                  <a:schemeClr val="lt1"/>
                </a:solidFill>
                <a:latin typeface="Century Gothic"/>
                <a:ea typeface="Century Gothic"/>
                <a:cs typeface="Century Gothic"/>
                <a:sym typeface="Century Gothic"/>
              </a:rPr>
              <a:t>Register Test</a:t>
            </a:r>
            <a:endParaRPr b="1" sz="4000">
              <a:solidFill>
                <a:schemeClr val="lt1"/>
              </a:solidFill>
              <a:latin typeface="Century Gothic"/>
              <a:ea typeface="Century Gothic"/>
              <a:cs typeface="Century Gothic"/>
              <a:sym typeface="Century Gothic"/>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a26c71495b_0_12"/>
          <p:cNvSpPr txBox="1"/>
          <p:nvPr>
            <p:ph type="title"/>
          </p:nvPr>
        </p:nvSpPr>
        <p:spPr>
          <a:xfrm>
            <a:off x="1154954" y="973668"/>
            <a:ext cx="8761500" cy="707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sz="3700"/>
              <a:t>Coverage plan + results</a:t>
            </a:r>
            <a:endParaRPr b="1" sz="3700"/>
          </a:p>
        </p:txBody>
      </p:sp>
      <p:pic>
        <p:nvPicPr>
          <p:cNvPr id="737" name="Google Shape;737;g3a26c71495b_0_12"/>
          <p:cNvPicPr preferRelativeResize="0"/>
          <p:nvPr/>
        </p:nvPicPr>
        <p:blipFill>
          <a:blip r:embed="rId3">
            <a:alphaModFix/>
          </a:blip>
          <a:stretch>
            <a:fillRect/>
          </a:stretch>
        </p:blipFill>
        <p:spPr>
          <a:xfrm>
            <a:off x="5798475" y="3260900"/>
            <a:ext cx="6178374" cy="3081075"/>
          </a:xfrm>
          <a:prstGeom prst="rect">
            <a:avLst/>
          </a:prstGeom>
          <a:noFill/>
          <a:ln>
            <a:noFill/>
          </a:ln>
        </p:spPr>
      </p:pic>
      <p:sp>
        <p:nvSpPr>
          <p:cNvPr id="738" name="Google Shape;738;g3a26c71495b_0_12"/>
          <p:cNvSpPr txBox="1"/>
          <p:nvPr/>
        </p:nvSpPr>
        <p:spPr>
          <a:xfrm>
            <a:off x="81225" y="2389175"/>
            <a:ext cx="5717400" cy="3952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Char char="●"/>
            </a:pPr>
            <a:r>
              <a:rPr lang="en-US" sz="900">
                <a:solidFill>
                  <a:schemeClr val="dk1"/>
                </a:solidFill>
                <a:latin typeface="Century Gothic"/>
                <a:ea typeface="Century Gothic"/>
                <a:cs typeface="Century Gothic"/>
                <a:sym typeface="Century Gothic"/>
              </a:rPr>
              <a:t> </a:t>
            </a:r>
            <a:r>
              <a:rPr lang="en-US" sz="1300">
                <a:solidFill>
                  <a:schemeClr val="dk1"/>
                </a:solidFill>
                <a:latin typeface="Century Gothic"/>
                <a:ea typeface="Century Gothic"/>
                <a:cs typeface="Century Gothic"/>
                <a:sym typeface="Century Gothic"/>
              </a:rPr>
              <a:t>Verify that all destination addresses (0–3) are exercised during simulation.</a:t>
            </a:r>
            <a:endParaRPr sz="1300">
              <a:solidFill>
                <a:schemeClr val="dk1"/>
              </a:solidFill>
              <a:latin typeface="Century Gothic"/>
              <a:ea typeface="Century Gothic"/>
              <a:cs typeface="Century Gothic"/>
              <a:sym typeface="Century Gothic"/>
            </a:endParaRPr>
          </a:p>
          <a:p>
            <a:pPr indent="-323850" lvl="0" marL="457200" rtl="0" algn="l">
              <a:lnSpc>
                <a:spcPct val="115000"/>
              </a:lnSpc>
              <a:spcBef>
                <a:spcPts val="0"/>
              </a:spcBef>
              <a:spcAft>
                <a:spcPts val="0"/>
              </a:spcAft>
              <a:buClr>
                <a:schemeClr val="dk1"/>
              </a:buClr>
              <a:buSzPts val="1500"/>
              <a:buFont typeface="Century Gothic"/>
              <a:buChar char="●"/>
            </a:pPr>
            <a:r>
              <a:rPr lang="en-US" sz="1200">
                <a:solidFill>
                  <a:schemeClr val="dk1"/>
                </a:solidFill>
                <a:latin typeface="Century Gothic"/>
                <a:ea typeface="Century Gothic"/>
                <a:cs typeface="Century Gothic"/>
                <a:sym typeface="Century Gothic"/>
              </a:rPr>
              <a:t>Verify that the size of packets were min, max, small, medium and large.</a:t>
            </a:r>
            <a:endParaRPr sz="1200">
              <a:solidFill>
                <a:schemeClr val="dk1"/>
              </a:solidFill>
              <a:latin typeface="Century Gothic"/>
              <a:ea typeface="Century Gothic"/>
              <a:cs typeface="Century Gothic"/>
              <a:sym typeface="Century Gothic"/>
            </a:endParaRPr>
          </a:p>
          <a:p>
            <a:pPr indent="-317500" lvl="0" marL="457200" rtl="0" algn="l">
              <a:lnSpc>
                <a:spcPct val="115000"/>
              </a:lnSpc>
              <a:spcBef>
                <a:spcPts val="0"/>
              </a:spcBef>
              <a:spcAft>
                <a:spcPts val="0"/>
              </a:spcAft>
              <a:buClr>
                <a:schemeClr val="dk1"/>
              </a:buClr>
              <a:buSzPts val="1400"/>
              <a:buFont typeface="Century Gothic"/>
              <a:buChar char="●"/>
            </a:pPr>
            <a:r>
              <a:rPr lang="en-US" sz="800">
                <a:solidFill>
                  <a:schemeClr val="dk1"/>
                </a:solidFill>
                <a:latin typeface="Century Gothic"/>
                <a:ea typeface="Century Gothic"/>
                <a:cs typeface="Century Gothic"/>
                <a:sym typeface="Century Gothic"/>
              </a:rPr>
              <a:t> </a:t>
            </a:r>
            <a:r>
              <a:rPr lang="en-US" sz="1200">
                <a:solidFill>
                  <a:schemeClr val="dk1"/>
                </a:solidFill>
                <a:latin typeface="Century Gothic"/>
                <a:ea typeface="Century Gothic"/>
                <a:cs typeface="Century Gothic"/>
                <a:sym typeface="Century Gothic"/>
              </a:rPr>
              <a:t>Verify that send packet where router_en 0 and also it's 1(by cross).</a:t>
            </a:r>
            <a:endParaRPr sz="1200">
              <a:solidFill>
                <a:schemeClr val="dk1"/>
              </a:solidFill>
              <a:latin typeface="Century Gothic"/>
              <a:ea typeface="Century Gothic"/>
              <a:cs typeface="Century Gothic"/>
              <a:sym typeface="Century Gothic"/>
            </a:endParaRPr>
          </a:p>
          <a:p>
            <a:pPr indent="-323850" lvl="0" marL="457200" rtl="0" algn="l">
              <a:lnSpc>
                <a:spcPct val="115000"/>
              </a:lnSpc>
              <a:spcBef>
                <a:spcPts val="0"/>
              </a:spcBef>
              <a:spcAft>
                <a:spcPts val="0"/>
              </a:spcAft>
              <a:buClr>
                <a:schemeClr val="dk1"/>
              </a:buClr>
              <a:buSzPts val="1500"/>
              <a:buFont typeface="Century Gothic"/>
              <a:buChar char="●"/>
            </a:pPr>
            <a:r>
              <a:rPr lang="en-US" sz="1200">
                <a:solidFill>
                  <a:schemeClr val="dk1"/>
                </a:solidFill>
                <a:latin typeface="Century Gothic"/>
                <a:ea typeface="Century Gothic"/>
                <a:cs typeface="Century Gothic"/>
                <a:sym typeface="Century Gothic"/>
              </a:rPr>
              <a:t>Verify that the parity bit will be 0 will be and 1.</a:t>
            </a:r>
            <a:endParaRPr sz="1200">
              <a:solidFill>
                <a:schemeClr val="dk1"/>
              </a:solidFill>
              <a:latin typeface="Century Gothic"/>
              <a:ea typeface="Century Gothic"/>
              <a:cs typeface="Century Gothic"/>
              <a:sym typeface="Century Gothic"/>
            </a:endParaRPr>
          </a:p>
          <a:p>
            <a:pPr indent="-317500" lvl="0" marL="457200" rtl="0" algn="l">
              <a:lnSpc>
                <a:spcPct val="115000"/>
              </a:lnSpc>
              <a:spcBef>
                <a:spcPts val="0"/>
              </a:spcBef>
              <a:spcAft>
                <a:spcPts val="0"/>
              </a:spcAft>
              <a:buClr>
                <a:schemeClr val="dk1"/>
              </a:buClr>
              <a:buSzPts val="1400"/>
              <a:buFont typeface="Century Gothic"/>
              <a:buChar char="●"/>
            </a:pPr>
            <a:r>
              <a:rPr lang="en-US" sz="800">
                <a:solidFill>
                  <a:schemeClr val="dk1"/>
                </a:solidFill>
                <a:latin typeface="Century Gothic"/>
                <a:ea typeface="Century Gothic"/>
                <a:cs typeface="Century Gothic"/>
                <a:sym typeface="Century Gothic"/>
              </a:rPr>
              <a:t> </a:t>
            </a:r>
            <a:r>
              <a:rPr lang="en-US" sz="1200">
                <a:solidFill>
                  <a:schemeClr val="dk1"/>
                </a:solidFill>
                <a:latin typeface="Century Gothic"/>
                <a:ea typeface="Century Gothic"/>
                <a:cs typeface="Century Gothic"/>
                <a:sym typeface="Century Gothic"/>
              </a:rPr>
              <a:t>Verify that all address get all size packet in 2 modes of parity</a:t>
            </a:r>
            <a:endParaRPr sz="1200">
              <a:solidFill>
                <a:schemeClr val="dk1"/>
              </a:solidFill>
              <a:latin typeface="Century Gothic"/>
              <a:ea typeface="Century Gothic"/>
              <a:cs typeface="Century Gothic"/>
              <a:sym typeface="Century Gothic"/>
            </a:endParaRPr>
          </a:p>
          <a:p>
            <a:pPr indent="-317500" lvl="0" marL="457200" rtl="0" algn="l">
              <a:lnSpc>
                <a:spcPct val="115000"/>
              </a:lnSpc>
              <a:spcBef>
                <a:spcPts val="0"/>
              </a:spcBef>
              <a:spcAft>
                <a:spcPts val="0"/>
              </a:spcAft>
              <a:buClr>
                <a:schemeClr val="dk1"/>
              </a:buClr>
              <a:buSzPts val="1400"/>
              <a:buFont typeface="Century Gothic"/>
              <a:buChar char="●"/>
            </a:pPr>
            <a:r>
              <a:rPr lang="en-US" sz="800">
                <a:solidFill>
                  <a:schemeClr val="dk1"/>
                </a:solidFill>
                <a:latin typeface="Century Gothic"/>
                <a:ea typeface="Century Gothic"/>
                <a:cs typeface="Century Gothic"/>
                <a:sym typeface="Century Gothic"/>
              </a:rPr>
              <a:t>  </a:t>
            </a:r>
            <a:r>
              <a:rPr lang="en-US" sz="1200">
                <a:solidFill>
                  <a:schemeClr val="dk1"/>
                </a:solidFill>
                <a:latin typeface="Century Gothic"/>
                <a:ea typeface="Century Gothic"/>
                <a:cs typeface="Century Gothic"/>
                <a:sym typeface="Century Gothic"/>
              </a:rPr>
              <a:t>Verify that haddr will be legal and illegal</a:t>
            </a:r>
            <a:endParaRPr sz="1200">
              <a:solidFill>
                <a:schemeClr val="dk1"/>
              </a:solidFill>
              <a:latin typeface="Century Gothic"/>
              <a:ea typeface="Century Gothic"/>
              <a:cs typeface="Century Gothic"/>
              <a:sym typeface="Century Gothic"/>
            </a:endParaRPr>
          </a:p>
          <a:p>
            <a:pPr indent="-317500" lvl="0" marL="457200" rtl="0" algn="l">
              <a:lnSpc>
                <a:spcPct val="115000"/>
              </a:lnSpc>
              <a:spcBef>
                <a:spcPts val="0"/>
              </a:spcBef>
              <a:spcAft>
                <a:spcPts val="0"/>
              </a:spcAft>
              <a:buClr>
                <a:schemeClr val="dk1"/>
              </a:buClr>
              <a:buSzPts val="1400"/>
              <a:buFont typeface="Century Gothic"/>
              <a:buChar char="●"/>
            </a:pPr>
            <a:r>
              <a:rPr lang="en-US" sz="700">
                <a:solidFill>
                  <a:schemeClr val="dk1"/>
                </a:solidFill>
                <a:latin typeface="Century Gothic"/>
                <a:ea typeface="Century Gothic"/>
                <a:cs typeface="Century Gothic"/>
                <a:sym typeface="Century Gothic"/>
              </a:rPr>
              <a:t>  </a:t>
            </a:r>
            <a:r>
              <a:rPr lang="en-US" sz="1200">
                <a:solidFill>
                  <a:schemeClr val="dk1"/>
                </a:solidFill>
                <a:latin typeface="Century Gothic"/>
                <a:ea typeface="Century Gothic"/>
                <a:cs typeface="Century Gothic"/>
                <a:sym typeface="Century Gothic"/>
              </a:rPr>
              <a:t>Verify that hwr_rd will be 0 and 1.</a:t>
            </a:r>
            <a:endParaRPr sz="1200">
              <a:solidFill>
                <a:schemeClr val="dk1"/>
              </a:solidFill>
              <a:latin typeface="Century Gothic"/>
              <a:ea typeface="Century Gothic"/>
              <a:cs typeface="Century Gothic"/>
              <a:sym typeface="Century Gothic"/>
            </a:endParaRPr>
          </a:p>
          <a:p>
            <a:pPr indent="-317500" lvl="0" marL="457200" rtl="0" algn="l">
              <a:lnSpc>
                <a:spcPct val="115000"/>
              </a:lnSpc>
              <a:spcBef>
                <a:spcPts val="0"/>
              </a:spcBef>
              <a:spcAft>
                <a:spcPts val="0"/>
              </a:spcAft>
              <a:buClr>
                <a:schemeClr val="dk1"/>
              </a:buClr>
              <a:buSzPts val="1400"/>
              <a:buFont typeface="Century Gothic"/>
              <a:buChar char="●"/>
            </a:pPr>
            <a:r>
              <a:rPr lang="en-US" sz="800">
                <a:solidFill>
                  <a:schemeClr val="dk1"/>
                </a:solidFill>
                <a:latin typeface="Century Gothic"/>
                <a:ea typeface="Century Gothic"/>
                <a:cs typeface="Century Gothic"/>
                <a:sym typeface="Century Gothic"/>
              </a:rPr>
              <a:t>  </a:t>
            </a:r>
            <a:r>
              <a:rPr lang="en-US" sz="800">
                <a:solidFill>
                  <a:schemeClr val="dk1"/>
                </a:solidFill>
                <a:latin typeface="Century Gothic"/>
                <a:ea typeface="Century Gothic"/>
                <a:cs typeface="Century Gothic"/>
                <a:sym typeface="Century Gothic"/>
              </a:rPr>
              <a:t> </a:t>
            </a:r>
            <a:r>
              <a:rPr lang="en-US" sz="1200">
                <a:solidFill>
                  <a:schemeClr val="dk1"/>
                </a:solidFill>
                <a:latin typeface="Century Gothic"/>
                <a:ea typeface="Century Gothic"/>
                <a:cs typeface="Century Gothic"/>
                <a:sym typeface="Century Gothic"/>
              </a:rPr>
              <a:t>Verify that in_data_vld will be 0 and 1.</a:t>
            </a:r>
            <a:endParaRPr sz="1200">
              <a:solidFill>
                <a:schemeClr val="dk1"/>
              </a:solidFill>
              <a:latin typeface="Century Gothic"/>
              <a:ea typeface="Century Gothic"/>
              <a:cs typeface="Century Gothic"/>
              <a:sym typeface="Century Gothic"/>
            </a:endParaRPr>
          </a:p>
          <a:p>
            <a:pPr indent="-317500" lvl="0" marL="457200" rtl="0" algn="l">
              <a:lnSpc>
                <a:spcPct val="115000"/>
              </a:lnSpc>
              <a:spcBef>
                <a:spcPts val="0"/>
              </a:spcBef>
              <a:spcAft>
                <a:spcPts val="0"/>
              </a:spcAft>
              <a:buClr>
                <a:schemeClr val="dk1"/>
              </a:buClr>
              <a:buSzPts val="1400"/>
              <a:buFont typeface="Century Gothic"/>
              <a:buChar char="●"/>
            </a:pPr>
            <a:r>
              <a:rPr lang="en-US" sz="800">
                <a:solidFill>
                  <a:schemeClr val="dk1"/>
                </a:solidFill>
                <a:latin typeface="Century Gothic"/>
                <a:ea typeface="Century Gothic"/>
                <a:cs typeface="Century Gothic"/>
                <a:sym typeface="Century Gothic"/>
              </a:rPr>
              <a:t>   </a:t>
            </a:r>
            <a:r>
              <a:rPr lang="en-US" sz="1200">
                <a:solidFill>
                  <a:schemeClr val="dk1"/>
                </a:solidFill>
                <a:latin typeface="Century Gothic"/>
                <a:ea typeface="Century Gothic"/>
                <a:cs typeface="Century Gothic"/>
                <a:sym typeface="Century Gothic"/>
              </a:rPr>
              <a:t>Verify that suspend_x will be 0 and 1.</a:t>
            </a:r>
            <a:endParaRPr sz="1200">
              <a:solidFill>
                <a:schemeClr val="dk1"/>
              </a:solidFill>
              <a:latin typeface="Century Gothic"/>
              <a:ea typeface="Century Gothic"/>
              <a:cs typeface="Century Gothic"/>
              <a:sym typeface="Century Gothic"/>
            </a:endParaRPr>
          </a:p>
          <a:p>
            <a:pPr indent="-317500" lvl="0" marL="457200" rtl="0" algn="l">
              <a:lnSpc>
                <a:spcPct val="115000"/>
              </a:lnSpc>
              <a:spcBef>
                <a:spcPts val="0"/>
              </a:spcBef>
              <a:spcAft>
                <a:spcPts val="0"/>
              </a:spcAft>
              <a:buClr>
                <a:schemeClr val="dk1"/>
              </a:buClr>
              <a:buSzPts val="1400"/>
              <a:buFont typeface="Century Gothic"/>
              <a:buChar char="●"/>
            </a:pPr>
            <a:r>
              <a:rPr lang="en-US" sz="800">
                <a:solidFill>
                  <a:schemeClr val="dk1"/>
                </a:solidFill>
                <a:latin typeface="Century Gothic"/>
                <a:ea typeface="Century Gothic"/>
                <a:cs typeface="Century Gothic"/>
                <a:sym typeface="Century Gothic"/>
              </a:rPr>
              <a:t> </a:t>
            </a:r>
            <a:r>
              <a:rPr lang="en-US" sz="1200">
                <a:solidFill>
                  <a:schemeClr val="dk1"/>
                </a:solidFill>
                <a:latin typeface="Century Gothic"/>
                <a:ea typeface="Century Gothic"/>
                <a:cs typeface="Century Gothic"/>
                <a:sym typeface="Century Gothic"/>
              </a:rPr>
              <a:t>Verify that error will be 0 and 1.</a:t>
            </a:r>
            <a:endParaRPr sz="1200">
              <a:solidFill>
                <a:schemeClr val="dk1"/>
              </a:solidFill>
              <a:latin typeface="Century Gothic"/>
              <a:ea typeface="Century Gothic"/>
              <a:cs typeface="Century Gothic"/>
              <a:sym typeface="Century Gothic"/>
            </a:endParaRPr>
          </a:p>
          <a:p>
            <a:pPr indent="-317500" lvl="0" marL="457200" rtl="0" algn="l">
              <a:lnSpc>
                <a:spcPct val="115000"/>
              </a:lnSpc>
              <a:spcBef>
                <a:spcPts val="0"/>
              </a:spcBef>
              <a:spcAft>
                <a:spcPts val="0"/>
              </a:spcAft>
              <a:buClr>
                <a:schemeClr val="dk1"/>
              </a:buClr>
              <a:buSzPts val="1400"/>
              <a:buFont typeface="Century Gothic"/>
              <a:buChar char="●"/>
            </a:pPr>
            <a:r>
              <a:rPr lang="en-US" sz="800">
                <a:solidFill>
                  <a:schemeClr val="dk1"/>
                </a:solidFill>
                <a:latin typeface="Century Gothic"/>
                <a:ea typeface="Century Gothic"/>
                <a:cs typeface="Century Gothic"/>
                <a:sym typeface="Century Gothic"/>
              </a:rPr>
              <a:t> </a:t>
            </a:r>
            <a:r>
              <a:rPr lang="en-US" sz="1200">
                <a:solidFill>
                  <a:schemeClr val="dk1"/>
                </a:solidFill>
                <a:latin typeface="Century Gothic"/>
                <a:ea typeface="Century Gothic"/>
                <a:cs typeface="Century Gothic"/>
                <a:sym typeface="Century Gothic"/>
              </a:rPr>
              <a:t>Cover different reset scenarios — including reset during idle and during packet transmission.</a:t>
            </a:r>
            <a:endParaRPr sz="1200">
              <a:solidFill>
                <a:schemeClr val="dk1"/>
              </a:solidFill>
              <a:latin typeface="Century Gothic"/>
              <a:ea typeface="Century Gothic"/>
              <a:cs typeface="Century Gothic"/>
              <a:sym typeface="Century Gothic"/>
            </a:endParaRPr>
          </a:p>
          <a:p>
            <a:pPr indent="-317500" lvl="0" marL="457200" rtl="0" algn="l">
              <a:lnSpc>
                <a:spcPct val="115000"/>
              </a:lnSpc>
              <a:spcBef>
                <a:spcPts val="0"/>
              </a:spcBef>
              <a:spcAft>
                <a:spcPts val="0"/>
              </a:spcAft>
              <a:buClr>
                <a:schemeClr val="dk1"/>
              </a:buClr>
              <a:buSzPts val="1400"/>
              <a:buFont typeface="Century Gothic"/>
              <a:buChar char="●"/>
            </a:pPr>
            <a:r>
              <a:rPr lang="en-US" sz="800">
                <a:solidFill>
                  <a:schemeClr val="dk1"/>
                </a:solidFill>
                <a:latin typeface="Century Gothic"/>
                <a:ea typeface="Century Gothic"/>
                <a:cs typeface="Century Gothic"/>
                <a:sym typeface="Century Gothic"/>
              </a:rPr>
              <a:t> </a:t>
            </a:r>
            <a:r>
              <a:rPr lang="en-US" sz="1200">
                <a:solidFill>
                  <a:schemeClr val="dk1"/>
                </a:solidFill>
                <a:latin typeface="Century Gothic"/>
                <a:ea typeface="Century Gothic"/>
                <a:cs typeface="Century Gothic"/>
                <a:sym typeface="Century Gothic"/>
              </a:rPr>
              <a:t>Cover that en_reg enable bits assertion/deassertion for all counters.</a:t>
            </a:r>
            <a:endParaRPr sz="1200">
              <a:solidFill>
                <a:schemeClr val="dk1"/>
              </a:solidFill>
              <a:latin typeface="Century Gothic"/>
              <a:ea typeface="Century Gothic"/>
              <a:cs typeface="Century Gothic"/>
              <a:sym typeface="Century Gothic"/>
            </a:endParaRPr>
          </a:p>
          <a:p>
            <a:pPr indent="0" lvl="0" marL="0" rtl="0" algn="l">
              <a:spcBef>
                <a:spcPts val="1200"/>
              </a:spcBef>
              <a:spcAft>
                <a:spcPts val="0"/>
              </a:spcAft>
              <a:buNone/>
            </a:pPr>
            <a:r>
              <a:t/>
            </a:r>
            <a:endParaRPr sz="1800">
              <a:solidFill>
                <a:srgbClr val="3F3F3F"/>
              </a:solidFill>
              <a:latin typeface="Century Gothic"/>
              <a:ea typeface="Century Gothic"/>
              <a:cs typeface="Century Gothic"/>
              <a:sym typeface="Century Gothic"/>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g3a26c71495b_5_72"/>
          <p:cNvSpPr txBox="1"/>
          <p:nvPr>
            <p:ph type="ctrTitle"/>
          </p:nvPr>
        </p:nvSpPr>
        <p:spPr>
          <a:xfrm>
            <a:off x="1154955" y="2099733"/>
            <a:ext cx="8825700" cy="2677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b="1" lang="en-US" sz="7000">
                <a:solidFill>
                  <a:schemeClr val="lt1"/>
                </a:solidFill>
              </a:rPr>
              <a:t>The end</a:t>
            </a:r>
            <a:endParaRPr b="1" sz="7000">
              <a:solidFill>
                <a:schemeClr val="lt1"/>
              </a:solidFill>
            </a:endParaRPr>
          </a:p>
        </p:txBody>
      </p:sp>
      <p:sp>
        <p:nvSpPr>
          <p:cNvPr id="745" name="Google Shape;745;g3a26c71495b_5_72"/>
          <p:cNvSpPr txBox="1"/>
          <p:nvPr>
            <p:ph idx="1" type="subTitle"/>
          </p:nvPr>
        </p:nvSpPr>
        <p:spPr>
          <a:xfrm>
            <a:off x="1256980" y="4590130"/>
            <a:ext cx="8825700" cy="861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sz="3200">
                <a:solidFill>
                  <a:schemeClr val="lt1"/>
                </a:solidFill>
              </a:rPr>
              <a:t>…</a:t>
            </a:r>
            <a:endParaRPr b="1" sz="32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יונים - חדר ישיבות">
  <a:themeElements>
    <a:clrScheme name="יונים - חדר ישיבות">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יונים - חדר ישיבות">
  <a:themeElements>
    <a:clrScheme name="יונים - חדר ישיבות">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2023-10-10T07:31:34Z</dcterms:created>
  <dc:creator>רות גלוברמן</dc:creator>
</cp:coreProperties>
</file>